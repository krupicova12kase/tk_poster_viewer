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10799763" cy="43200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3700"/>
    <a:srgbClr val="844B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CDAA7A-4971-4F22-9F9A-3BA5533F0D72}" v="8" dt="2026-01-04T13:29:45.1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66" d="100"/>
          <a:sy n="66" d="100"/>
        </p:scale>
        <p:origin x="1574" y="-124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káš Zimčík" userId="2635a9d8db2843b7" providerId="LiveId" clId="{70A7242F-AAC7-4C04-9D92-A233B67140CE}"/>
    <pc:docChg chg="undo redo custSel modSld">
      <pc:chgData name="Lukáš Zimčík" userId="2635a9d8db2843b7" providerId="LiveId" clId="{70A7242F-AAC7-4C04-9D92-A233B67140CE}" dt="2026-01-11T16:30:11.488" v="1646" actId="207"/>
      <pc:docMkLst>
        <pc:docMk/>
      </pc:docMkLst>
      <pc:sldChg chg="addSp delSp modSp mod">
        <pc:chgData name="Lukáš Zimčík" userId="2635a9d8db2843b7" providerId="LiveId" clId="{70A7242F-AAC7-4C04-9D92-A233B67140CE}" dt="2026-01-11T16:30:11.488" v="1646" actId="207"/>
        <pc:sldMkLst>
          <pc:docMk/>
          <pc:sldMk cId="3861649298" sldId="256"/>
        </pc:sldMkLst>
        <pc:spChg chg="mod">
          <ac:chgData name="Lukáš Zimčík" userId="2635a9d8db2843b7" providerId="LiveId" clId="{70A7242F-AAC7-4C04-9D92-A233B67140CE}" dt="2026-01-05T15:21:46.480" v="1643" actId="113"/>
          <ac:spMkLst>
            <pc:docMk/>
            <pc:sldMk cId="3861649298" sldId="256"/>
            <ac:spMk id="4" creationId="{144773EC-21EB-E6C9-50BB-87D4A4C28C43}"/>
          </ac:spMkLst>
        </pc:spChg>
        <pc:spChg chg="mod">
          <ac:chgData name="Lukáš Zimčík" userId="2635a9d8db2843b7" providerId="LiveId" clId="{70A7242F-AAC7-4C04-9D92-A233B67140CE}" dt="2026-01-05T15:21:59.516" v="1645" actId="113"/>
          <ac:spMkLst>
            <pc:docMk/>
            <pc:sldMk cId="3861649298" sldId="256"/>
            <ac:spMk id="5" creationId="{C8F4F8D1-61FA-4FC6-69EA-001115D3A85B}"/>
          </ac:spMkLst>
        </pc:spChg>
        <pc:spChg chg="mod">
          <ac:chgData name="Lukáš Zimčík" userId="2635a9d8db2843b7" providerId="LiveId" clId="{70A7242F-AAC7-4C04-9D92-A233B67140CE}" dt="2026-01-05T15:21:49.810" v="1644" actId="113"/>
          <ac:spMkLst>
            <pc:docMk/>
            <pc:sldMk cId="3861649298" sldId="256"/>
            <ac:spMk id="35" creationId="{B101035E-F1E9-72C2-87A9-9DCDD27FC0BB}"/>
          </ac:spMkLst>
        </pc:spChg>
        <pc:spChg chg="mod">
          <ac:chgData name="Lukáš Zimčík" userId="2635a9d8db2843b7" providerId="LiveId" clId="{70A7242F-AAC7-4C04-9D92-A233B67140CE}" dt="2026-01-11T16:30:11.488" v="1646" actId="207"/>
          <ac:spMkLst>
            <pc:docMk/>
            <pc:sldMk cId="3861649298" sldId="256"/>
            <ac:spMk id="39" creationId="{5060E4AF-2D79-6C0A-83AD-C672036E0BD6}"/>
          </ac:spMkLst>
        </pc:spChg>
        <pc:spChg chg="add mod">
          <ac:chgData name="Lukáš Zimčík" userId="2635a9d8db2843b7" providerId="LiveId" clId="{70A7242F-AAC7-4C04-9D92-A233B67140CE}" dt="2026-01-02T12:18:05.071" v="1618"/>
          <ac:spMkLst>
            <pc:docMk/>
            <pc:sldMk cId="3861649298" sldId="256"/>
            <ac:spMk id="46" creationId="{E1DC1CF7-786B-F7DD-3B38-74C57B7EB850}"/>
          </ac:spMkLst>
        </pc:spChg>
        <pc:grpChg chg="mod">
          <ac:chgData name="Lukáš Zimčík" userId="2635a9d8db2843b7" providerId="LiveId" clId="{70A7242F-AAC7-4C04-9D92-A233B67140CE}" dt="2026-01-05T14:32:30.222" v="1637" actId="688"/>
          <ac:grpSpMkLst>
            <pc:docMk/>
            <pc:sldMk cId="3861649298" sldId="256"/>
            <ac:grpSpMk id="16" creationId="{94D50167-86FC-1B9E-9BE8-93CDC507B9DB}"/>
          </ac:grpSpMkLst>
        </pc:grpChg>
        <pc:cxnChg chg="add mod">
          <ac:chgData name="Lukáš Zimčík" userId="2635a9d8db2843b7" providerId="LiveId" clId="{70A7242F-AAC7-4C04-9D92-A233B67140CE}" dt="2026-01-05T15:01:29.601" v="1641" actId="14100"/>
          <ac:cxnSpMkLst>
            <pc:docMk/>
            <pc:sldMk cId="3861649298" sldId="256"/>
            <ac:cxnSpMk id="3" creationId="{5F22E42C-D91A-D175-B846-8EBDA59086B9}"/>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Title 1"/>
          <p:cNvSpPr>
            <a:spLocks noGrp="1"/>
          </p:cNvSpPr>
          <p:nvPr>
            <p:ph type="ctrTitle"/>
          </p:nvPr>
        </p:nvSpPr>
        <p:spPr>
          <a:xfrm>
            <a:off x="809982" y="7070108"/>
            <a:ext cx="9179799" cy="15040222"/>
          </a:xfrm>
        </p:spPr>
        <p:txBody>
          <a:bodyPr anchor="b"/>
          <a:lstStyle>
            <a:lvl1pPr algn="ctr">
              <a:defRPr sz="7087"/>
            </a:lvl1pPr>
          </a:lstStyle>
          <a:p>
            <a:r>
              <a:rPr lang="cs-CZ"/>
              <a:t>Kliknutím lze upravit styl.</a:t>
            </a:r>
            <a:endParaRPr lang="en-US" dirty="0"/>
          </a:p>
        </p:txBody>
      </p:sp>
      <p:sp>
        <p:nvSpPr>
          <p:cNvPr id="3" name="Subtitle 2"/>
          <p:cNvSpPr>
            <a:spLocks noGrp="1"/>
          </p:cNvSpPr>
          <p:nvPr>
            <p:ph type="subTitle" idx="1"/>
          </p:nvPr>
        </p:nvSpPr>
        <p:spPr>
          <a:xfrm>
            <a:off x="1349971" y="22690338"/>
            <a:ext cx="8099822" cy="10430151"/>
          </a:xfrm>
        </p:spPr>
        <p:txBody>
          <a:bodyPr/>
          <a:lstStyle>
            <a:lvl1pPr marL="0" indent="0" algn="ctr">
              <a:buNone/>
              <a:defRPr sz="2835"/>
            </a:lvl1pPr>
            <a:lvl2pPr marL="539999" indent="0" algn="ctr">
              <a:buNone/>
              <a:defRPr sz="2362"/>
            </a:lvl2pPr>
            <a:lvl3pPr marL="1079998" indent="0" algn="ctr">
              <a:buNone/>
              <a:defRPr sz="2126"/>
            </a:lvl3pPr>
            <a:lvl4pPr marL="1619997" indent="0" algn="ctr">
              <a:buNone/>
              <a:defRPr sz="1890"/>
            </a:lvl4pPr>
            <a:lvl5pPr marL="2159996" indent="0" algn="ctr">
              <a:buNone/>
              <a:defRPr sz="1890"/>
            </a:lvl5pPr>
            <a:lvl6pPr marL="2699995" indent="0" algn="ctr">
              <a:buNone/>
              <a:defRPr sz="1890"/>
            </a:lvl6pPr>
            <a:lvl7pPr marL="3239994" indent="0" algn="ctr">
              <a:buNone/>
              <a:defRPr sz="1890"/>
            </a:lvl7pPr>
            <a:lvl8pPr marL="3779992" indent="0" algn="ctr">
              <a:buNone/>
              <a:defRPr sz="1890"/>
            </a:lvl8pPr>
            <a:lvl9pPr marL="4319991" indent="0" algn="ctr">
              <a:buNone/>
              <a:defRPr sz="1890"/>
            </a:lvl9pPr>
          </a:lstStyle>
          <a:p>
            <a:r>
              <a:rPr lang="cs-CZ"/>
              <a:t>Kliknutím můžete upravit styl předlohy.</a:t>
            </a:r>
            <a:endParaRPr lang="en-US" dirty="0"/>
          </a:p>
        </p:txBody>
      </p:sp>
      <p:sp>
        <p:nvSpPr>
          <p:cNvPr id="4" name="Date Placeholder 3"/>
          <p:cNvSpPr>
            <a:spLocks noGrp="1"/>
          </p:cNvSpPr>
          <p:nvPr>
            <p:ph type="dt" sz="half" idx="10"/>
          </p:nvPr>
        </p:nvSpPr>
        <p:spPr/>
        <p:txBody>
          <a:bodyPr/>
          <a:lstStyle/>
          <a:p>
            <a:fld id="{996B4110-F7EF-4115-83D3-FC4FC57FC8CB}" type="datetimeFigureOut">
              <a:rPr lang="cs-CZ" smtClean="0"/>
              <a:t>11.01.2026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2744626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Content Placeholder 2"/>
          <p:cNvSpPr>
            <a:spLocks noGrp="1"/>
          </p:cNvSpPr>
          <p:nvPr>
            <p:ph idx="1"/>
          </p:nvPr>
        </p:nvSpPr>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996B4110-F7EF-4115-83D3-FC4FC57FC8CB}" type="datetimeFigureOut">
              <a:rPr lang="cs-CZ" smtClean="0"/>
              <a:t>11.01.2026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1569230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Title 1"/>
          <p:cNvSpPr>
            <a:spLocks noGrp="1"/>
          </p:cNvSpPr>
          <p:nvPr>
            <p:ph type="title"/>
          </p:nvPr>
        </p:nvSpPr>
        <p:spPr>
          <a:xfrm>
            <a:off x="736859" y="10770172"/>
            <a:ext cx="9314796" cy="17970262"/>
          </a:xfrm>
        </p:spPr>
        <p:txBody>
          <a:bodyPr anchor="b"/>
          <a:lstStyle>
            <a:lvl1pPr>
              <a:defRPr sz="7087"/>
            </a:lvl1pPr>
          </a:lstStyle>
          <a:p>
            <a:r>
              <a:rPr lang="cs-CZ"/>
              <a:t>Kliknutím lze upravit styl.</a:t>
            </a:r>
            <a:endParaRPr lang="en-US" dirty="0"/>
          </a:p>
        </p:txBody>
      </p:sp>
      <p:sp>
        <p:nvSpPr>
          <p:cNvPr id="3" name="Text Placeholder 2"/>
          <p:cNvSpPr>
            <a:spLocks noGrp="1"/>
          </p:cNvSpPr>
          <p:nvPr>
            <p:ph type="body" idx="1"/>
          </p:nvPr>
        </p:nvSpPr>
        <p:spPr>
          <a:xfrm>
            <a:off x="736859" y="28910440"/>
            <a:ext cx="9314796" cy="9450136"/>
          </a:xfrm>
        </p:spPr>
        <p:txBody>
          <a:bodyPr/>
          <a:lstStyle>
            <a:lvl1pPr marL="0" indent="0">
              <a:buNone/>
              <a:defRPr sz="2835">
                <a:solidFill>
                  <a:schemeClr val="tx1"/>
                </a:solidFill>
              </a:defRPr>
            </a:lvl1pPr>
            <a:lvl2pPr marL="539999" indent="0">
              <a:buNone/>
              <a:defRPr sz="2362">
                <a:solidFill>
                  <a:schemeClr val="tx1">
                    <a:tint val="75000"/>
                  </a:schemeClr>
                </a:solidFill>
              </a:defRPr>
            </a:lvl2pPr>
            <a:lvl3pPr marL="1079998" indent="0">
              <a:buNone/>
              <a:defRPr sz="2126">
                <a:solidFill>
                  <a:schemeClr val="tx1">
                    <a:tint val="75000"/>
                  </a:schemeClr>
                </a:solidFill>
              </a:defRPr>
            </a:lvl3pPr>
            <a:lvl4pPr marL="1619997" indent="0">
              <a:buNone/>
              <a:defRPr sz="1890">
                <a:solidFill>
                  <a:schemeClr val="tx1">
                    <a:tint val="75000"/>
                  </a:schemeClr>
                </a:solidFill>
              </a:defRPr>
            </a:lvl4pPr>
            <a:lvl5pPr marL="2159996" indent="0">
              <a:buNone/>
              <a:defRPr sz="1890">
                <a:solidFill>
                  <a:schemeClr val="tx1">
                    <a:tint val="75000"/>
                  </a:schemeClr>
                </a:solidFill>
              </a:defRPr>
            </a:lvl5pPr>
            <a:lvl6pPr marL="2699995" indent="0">
              <a:buNone/>
              <a:defRPr sz="1890">
                <a:solidFill>
                  <a:schemeClr val="tx1">
                    <a:tint val="75000"/>
                  </a:schemeClr>
                </a:solidFill>
              </a:defRPr>
            </a:lvl6pPr>
            <a:lvl7pPr marL="3239994" indent="0">
              <a:buNone/>
              <a:defRPr sz="1890">
                <a:solidFill>
                  <a:schemeClr val="tx1">
                    <a:tint val="75000"/>
                  </a:schemeClr>
                </a:solidFill>
              </a:defRPr>
            </a:lvl7pPr>
            <a:lvl8pPr marL="3779992" indent="0">
              <a:buNone/>
              <a:defRPr sz="1890">
                <a:solidFill>
                  <a:schemeClr val="tx1">
                    <a:tint val="75000"/>
                  </a:schemeClr>
                </a:solidFill>
              </a:defRPr>
            </a:lvl8pPr>
            <a:lvl9pPr marL="4319991" indent="0">
              <a:buNone/>
              <a:defRPr sz="1890">
                <a:solidFill>
                  <a:schemeClr val="tx1">
                    <a:tint val="75000"/>
                  </a:schemeClr>
                </a:solidFill>
              </a:defRPr>
            </a:lvl9pPr>
          </a:lstStyle>
          <a:p>
            <a:pPr lvl="0"/>
            <a:r>
              <a:rPr lang="cs-CZ"/>
              <a:t>Po kliknutí můžete upravovat styly textu v předloze.</a:t>
            </a:r>
          </a:p>
        </p:txBody>
      </p:sp>
      <p:sp>
        <p:nvSpPr>
          <p:cNvPr id="4" name="Date Placeholder 3"/>
          <p:cNvSpPr>
            <a:spLocks noGrp="1"/>
          </p:cNvSpPr>
          <p:nvPr>
            <p:ph type="dt" sz="half" idx="10"/>
          </p:nvPr>
        </p:nvSpPr>
        <p:spPr/>
        <p:txBody>
          <a:bodyPr/>
          <a:lstStyle/>
          <a:p>
            <a:fld id="{996B4110-F7EF-4115-83D3-FC4FC57FC8CB}" type="datetimeFigureOut">
              <a:rPr lang="cs-CZ" smtClean="0"/>
              <a:t>11.01.2026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1822037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Content Placeholder 2"/>
          <p:cNvSpPr>
            <a:spLocks noGrp="1"/>
          </p:cNvSpPr>
          <p:nvPr>
            <p:ph sz="half" idx="1"/>
          </p:nvPr>
        </p:nvSpPr>
        <p:spPr>
          <a:xfrm>
            <a:off x="742484" y="11500170"/>
            <a:ext cx="4589899" cy="2741040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Content Placeholder 3"/>
          <p:cNvSpPr>
            <a:spLocks noGrp="1"/>
          </p:cNvSpPr>
          <p:nvPr>
            <p:ph sz="half" idx="2"/>
          </p:nvPr>
        </p:nvSpPr>
        <p:spPr>
          <a:xfrm>
            <a:off x="5467380" y="11500170"/>
            <a:ext cx="4589899" cy="2741040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Date Placeholder 4"/>
          <p:cNvSpPr>
            <a:spLocks noGrp="1"/>
          </p:cNvSpPr>
          <p:nvPr>
            <p:ph type="dt" sz="half" idx="10"/>
          </p:nvPr>
        </p:nvSpPr>
        <p:spPr/>
        <p:txBody>
          <a:bodyPr/>
          <a:lstStyle/>
          <a:p>
            <a:fld id="{996B4110-F7EF-4115-83D3-FC4FC57FC8CB}" type="datetimeFigureOut">
              <a:rPr lang="cs-CZ" smtClean="0"/>
              <a:t>11.01.2026</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1864809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Title 1"/>
          <p:cNvSpPr>
            <a:spLocks noGrp="1"/>
          </p:cNvSpPr>
          <p:nvPr>
            <p:ph type="title"/>
          </p:nvPr>
        </p:nvSpPr>
        <p:spPr>
          <a:xfrm>
            <a:off x="743890" y="2300044"/>
            <a:ext cx="9314796" cy="8350126"/>
          </a:xfrm>
        </p:spPr>
        <p:txBody>
          <a:bodyPr/>
          <a:lstStyle/>
          <a:p>
            <a:r>
              <a:rPr lang="cs-CZ"/>
              <a:t>Kliknutím lze upravit styl.</a:t>
            </a:r>
            <a:endParaRPr lang="en-US" dirty="0"/>
          </a:p>
        </p:txBody>
      </p:sp>
      <p:sp>
        <p:nvSpPr>
          <p:cNvPr id="3" name="Text Placeholder 2"/>
          <p:cNvSpPr>
            <a:spLocks noGrp="1"/>
          </p:cNvSpPr>
          <p:nvPr>
            <p:ph type="body" idx="1"/>
          </p:nvPr>
        </p:nvSpPr>
        <p:spPr>
          <a:xfrm>
            <a:off x="743892" y="10590160"/>
            <a:ext cx="4568805" cy="5190073"/>
          </a:xfrm>
        </p:spPr>
        <p:txBody>
          <a:bodyPr anchor="b"/>
          <a:lstStyle>
            <a:lvl1pPr marL="0" indent="0">
              <a:buNone/>
              <a:defRPr sz="2835" b="1"/>
            </a:lvl1pPr>
            <a:lvl2pPr marL="539999" indent="0">
              <a:buNone/>
              <a:defRPr sz="2362" b="1"/>
            </a:lvl2pPr>
            <a:lvl3pPr marL="1079998" indent="0">
              <a:buNone/>
              <a:defRPr sz="2126" b="1"/>
            </a:lvl3pPr>
            <a:lvl4pPr marL="1619997" indent="0">
              <a:buNone/>
              <a:defRPr sz="1890" b="1"/>
            </a:lvl4pPr>
            <a:lvl5pPr marL="2159996" indent="0">
              <a:buNone/>
              <a:defRPr sz="1890" b="1"/>
            </a:lvl5pPr>
            <a:lvl6pPr marL="2699995" indent="0">
              <a:buNone/>
              <a:defRPr sz="1890" b="1"/>
            </a:lvl6pPr>
            <a:lvl7pPr marL="3239994" indent="0">
              <a:buNone/>
              <a:defRPr sz="1890" b="1"/>
            </a:lvl7pPr>
            <a:lvl8pPr marL="3779992" indent="0">
              <a:buNone/>
              <a:defRPr sz="1890" b="1"/>
            </a:lvl8pPr>
            <a:lvl9pPr marL="4319991" indent="0">
              <a:buNone/>
              <a:defRPr sz="1890" b="1"/>
            </a:lvl9pPr>
          </a:lstStyle>
          <a:p>
            <a:pPr lvl="0"/>
            <a:r>
              <a:rPr lang="cs-CZ"/>
              <a:t>Po kliknutí můžete upravovat styly textu v předloze.</a:t>
            </a:r>
          </a:p>
        </p:txBody>
      </p:sp>
      <p:sp>
        <p:nvSpPr>
          <p:cNvPr id="4" name="Content Placeholder 3"/>
          <p:cNvSpPr>
            <a:spLocks noGrp="1"/>
          </p:cNvSpPr>
          <p:nvPr>
            <p:ph sz="half" idx="2"/>
          </p:nvPr>
        </p:nvSpPr>
        <p:spPr>
          <a:xfrm>
            <a:off x="743892" y="15780233"/>
            <a:ext cx="4568805" cy="23210346"/>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Text Placeholder 4"/>
          <p:cNvSpPr>
            <a:spLocks noGrp="1"/>
          </p:cNvSpPr>
          <p:nvPr>
            <p:ph type="body" sz="quarter" idx="3"/>
          </p:nvPr>
        </p:nvSpPr>
        <p:spPr>
          <a:xfrm>
            <a:off x="5467381" y="10590160"/>
            <a:ext cx="4591306" cy="5190073"/>
          </a:xfrm>
        </p:spPr>
        <p:txBody>
          <a:bodyPr anchor="b"/>
          <a:lstStyle>
            <a:lvl1pPr marL="0" indent="0">
              <a:buNone/>
              <a:defRPr sz="2835" b="1"/>
            </a:lvl1pPr>
            <a:lvl2pPr marL="539999" indent="0">
              <a:buNone/>
              <a:defRPr sz="2362" b="1"/>
            </a:lvl2pPr>
            <a:lvl3pPr marL="1079998" indent="0">
              <a:buNone/>
              <a:defRPr sz="2126" b="1"/>
            </a:lvl3pPr>
            <a:lvl4pPr marL="1619997" indent="0">
              <a:buNone/>
              <a:defRPr sz="1890" b="1"/>
            </a:lvl4pPr>
            <a:lvl5pPr marL="2159996" indent="0">
              <a:buNone/>
              <a:defRPr sz="1890" b="1"/>
            </a:lvl5pPr>
            <a:lvl6pPr marL="2699995" indent="0">
              <a:buNone/>
              <a:defRPr sz="1890" b="1"/>
            </a:lvl6pPr>
            <a:lvl7pPr marL="3239994" indent="0">
              <a:buNone/>
              <a:defRPr sz="1890" b="1"/>
            </a:lvl7pPr>
            <a:lvl8pPr marL="3779992" indent="0">
              <a:buNone/>
              <a:defRPr sz="1890" b="1"/>
            </a:lvl8pPr>
            <a:lvl9pPr marL="4319991" indent="0">
              <a:buNone/>
              <a:defRPr sz="1890" b="1"/>
            </a:lvl9pPr>
          </a:lstStyle>
          <a:p>
            <a:pPr lvl="0"/>
            <a:r>
              <a:rPr lang="cs-CZ"/>
              <a:t>Po kliknutí můžete upravovat styly textu v předloze.</a:t>
            </a:r>
          </a:p>
        </p:txBody>
      </p:sp>
      <p:sp>
        <p:nvSpPr>
          <p:cNvPr id="6" name="Content Placeholder 5"/>
          <p:cNvSpPr>
            <a:spLocks noGrp="1"/>
          </p:cNvSpPr>
          <p:nvPr>
            <p:ph sz="quarter" idx="4"/>
          </p:nvPr>
        </p:nvSpPr>
        <p:spPr>
          <a:xfrm>
            <a:off x="5467381" y="15780233"/>
            <a:ext cx="4591306" cy="23210346"/>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7" name="Date Placeholder 6"/>
          <p:cNvSpPr>
            <a:spLocks noGrp="1"/>
          </p:cNvSpPr>
          <p:nvPr>
            <p:ph type="dt" sz="half" idx="10"/>
          </p:nvPr>
        </p:nvSpPr>
        <p:spPr/>
        <p:txBody>
          <a:bodyPr/>
          <a:lstStyle/>
          <a:p>
            <a:fld id="{996B4110-F7EF-4115-83D3-FC4FC57FC8CB}" type="datetimeFigureOut">
              <a:rPr lang="cs-CZ" smtClean="0"/>
              <a:t>11.01.2026</a:t>
            </a:fld>
            <a:endParaRPr lang="cs-CZ"/>
          </a:p>
        </p:txBody>
      </p:sp>
      <p:sp>
        <p:nvSpPr>
          <p:cNvPr id="8" name="Footer Placeholder 7"/>
          <p:cNvSpPr>
            <a:spLocks noGrp="1"/>
          </p:cNvSpPr>
          <p:nvPr>
            <p:ph type="ftr" sz="quarter" idx="11"/>
          </p:nvPr>
        </p:nvSpPr>
        <p:spPr/>
        <p:txBody>
          <a:bodyPr/>
          <a:lstStyle/>
          <a:p>
            <a:endParaRPr lang="cs-CZ"/>
          </a:p>
        </p:txBody>
      </p:sp>
      <p:sp>
        <p:nvSpPr>
          <p:cNvPr id="9" name="Slide Number Placeholder 8"/>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2722727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Date Placeholder 2"/>
          <p:cNvSpPr>
            <a:spLocks noGrp="1"/>
          </p:cNvSpPr>
          <p:nvPr>
            <p:ph type="dt" sz="half" idx="10"/>
          </p:nvPr>
        </p:nvSpPr>
        <p:spPr/>
        <p:txBody>
          <a:bodyPr/>
          <a:lstStyle/>
          <a:p>
            <a:fld id="{996B4110-F7EF-4115-83D3-FC4FC57FC8CB}" type="datetimeFigureOut">
              <a:rPr lang="cs-CZ" smtClean="0"/>
              <a:t>11.01.2026</a:t>
            </a:fld>
            <a:endParaRPr lang="cs-CZ"/>
          </a:p>
        </p:txBody>
      </p:sp>
      <p:sp>
        <p:nvSpPr>
          <p:cNvPr id="4" name="Footer Placeholder 3"/>
          <p:cNvSpPr>
            <a:spLocks noGrp="1"/>
          </p:cNvSpPr>
          <p:nvPr>
            <p:ph type="ftr" sz="quarter" idx="11"/>
          </p:nvPr>
        </p:nvSpPr>
        <p:spPr/>
        <p:txBody>
          <a:bodyPr/>
          <a:lstStyle/>
          <a:p>
            <a:endParaRPr lang="cs-CZ"/>
          </a:p>
        </p:txBody>
      </p:sp>
      <p:sp>
        <p:nvSpPr>
          <p:cNvPr id="5" name="Slide Number Placeholder 4"/>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3970629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6B4110-F7EF-4115-83D3-FC4FC57FC8CB}" type="datetimeFigureOut">
              <a:rPr lang="cs-CZ" smtClean="0"/>
              <a:t>11.01.2026</a:t>
            </a:fld>
            <a:endParaRPr lang="cs-CZ"/>
          </a:p>
        </p:txBody>
      </p:sp>
      <p:sp>
        <p:nvSpPr>
          <p:cNvPr id="3" name="Footer Placeholder 2"/>
          <p:cNvSpPr>
            <a:spLocks noGrp="1"/>
          </p:cNvSpPr>
          <p:nvPr>
            <p:ph type="ftr" sz="quarter" idx="11"/>
          </p:nvPr>
        </p:nvSpPr>
        <p:spPr/>
        <p:txBody>
          <a:bodyPr/>
          <a:lstStyle/>
          <a:p>
            <a:endParaRPr lang="cs-CZ"/>
          </a:p>
        </p:txBody>
      </p:sp>
      <p:sp>
        <p:nvSpPr>
          <p:cNvPr id="4" name="Slide Number Placeholder 3"/>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408680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Title 1"/>
          <p:cNvSpPr>
            <a:spLocks noGrp="1"/>
          </p:cNvSpPr>
          <p:nvPr>
            <p:ph type="title"/>
          </p:nvPr>
        </p:nvSpPr>
        <p:spPr>
          <a:xfrm>
            <a:off x="743890" y="2880042"/>
            <a:ext cx="3483205" cy="10080149"/>
          </a:xfrm>
        </p:spPr>
        <p:txBody>
          <a:bodyPr anchor="b"/>
          <a:lstStyle>
            <a:lvl1pPr>
              <a:defRPr sz="3780"/>
            </a:lvl1pPr>
          </a:lstStyle>
          <a:p>
            <a:r>
              <a:rPr lang="cs-CZ"/>
              <a:t>Kliknutím lze upravit styl.</a:t>
            </a:r>
            <a:endParaRPr lang="en-US" dirty="0"/>
          </a:p>
        </p:txBody>
      </p:sp>
      <p:sp>
        <p:nvSpPr>
          <p:cNvPr id="3" name="Content Placeholder 2"/>
          <p:cNvSpPr>
            <a:spLocks noGrp="1"/>
          </p:cNvSpPr>
          <p:nvPr>
            <p:ph idx="1"/>
          </p:nvPr>
        </p:nvSpPr>
        <p:spPr>
          <a:xfrm>
            <a:off x="4591306" y="6220102"/>
            <a:ext cx="5467380" cy="30700453"/>
          </a:xfrm>
        </p:spPr>
        <p:txBody>
          <a:bodyPr/>
          <a:lstStyle>
            <a:lvl1pPr>
              <a:defRPr sz="3780"/>
            </a:lvl1pPr>
            <a:lvl2pPr>
              <a:defRPr sz="3307"/>
            </a:lvl2pPr>
            <a:lvl3pPr>
              <a:defRPr sz="2835"/>
            </a:lvl3pPr>
            <a:lvl4pPr>
              <a:defRPr sz="2362"/>
            </a:lvl4pPr>
            <a:lvl5pPr>
              <a:defRPr sz="2362"/>
            </a:lvl5pPr>
            <a:lvl6pPr>
              <a:defRPr sz="2362"/>
            </a:lvl6pPr>
            <a:lvl7pPr>
              <a:defRPr sz="2362"/>
            </a:lvl7pPr>
            <a:lvl8pPr>
              <a:defRPr sz="2362"/>
            </a:lvl8pPr>
            <a:lvl9pPr>
              <a:defRPr sz="2362"/>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Text Placeholder 3"/>
          <p:cNvSpPr>
            <a:spLocks noGrp="1"/>
          </p:cNvSpPr>
          <p:nvPr>
            <p:ph type="body" sz="half" idx="2"/>
          </p:nvPr>
        </p:nvSpPr>
        <p:spPr>
          <a:xfrm>
            <a:off x="743890" y="12960191"/>
            <a:ext cx="3483205" cy="24010358"/>
          </a:xfrm>
        </p:spPr>
        <p:txBody>
          <a:bodyPr/>
          <a:lstStyle>
            <a:lvl1pPr marL="0" indent="0">
              <a:buNone/>
              <a:defRPr sz="1890"/>
            </a:lvl1pPr>
            <a:lvl2pPr marL="539999" indent="0">
              <a:buNone/>
              <a:defRPr sz="1654"/>
            </a:lvl2pPr>
            <a:lvl3pPr marL="1079998" indent="0">
              <a:buNone/>
              <a:defRPr sz="1417"/>
            </a:lvl3pPr>
            <a:lvl4pPr marL="1619997" indent="0">
              <a:buNone/>
              <a:defRPr sz="1181"/>
            </a:lvl4pPr>
            <a:lvl5pPr marL="2159996" indent="0">
              <a:buNone/>
              <a:defRPr sz="1181"/>
            </a:lvl5pPr>
            <a:lvl6pPr marL="2699995" indent="0">
              <a:buNone/>
              <a:defRPr sz="1181"/>
            </a:lvl6pPr>
            <a:lvl7pPr marL="3239994" indent="0">
              <a:buNone/>
              <a:defRPr sz="1181"/>
            </a:lvl7pPr>
            <a:lvl8pPr marL="3779992" indent="0">
              <a:buNone/>
              <a:defRPr sz="1181"/>
            </a:lvl8pPr>
            <a:lvl9pPr marL="4319991" indent="0">
              <a:buNone/>
              <a:defRPr sz="1181"/>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996B4110-F7EF-4115-83D3-FC4FC57FC8CB}" type="datetimeFigureOut">
              <a:rPr lang="cs-CZ" smtClean="0"/>
              <a:t>11.01.2026</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828583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Title 1"/>
          <p:cNvSpPr>
            <a:spLocks noGrp="1"/>
          </p:cNvSpPr>
          <p:nvPr>
            <p:ph type="title"/>
          </p:nvPr>
        </p:nvSpPr>
        <p:spPr>
          <a:xfrm>
            <a:off x="743890" y="2880042"/>
            <a:ext cx="3483205" cy="10080149"/>
          </a:xfrm>
        </p:spPr>
        <p:txBody>
          <a:bodyPr anchor="b"/>
          <a:lstStyle>
            <a:lvl1pPr>
              <a:defRPr sz="3780"/>
            </a:lvl1pPr>
          </a:lstStyle>
          <a:p>
            <a:r>
              <a:rPr lang="cs-CZ"/>
              <a:t>Kliknutím lze upravit styl.</a:t>
            </a:r>
            <a:endParaRPr lang="en-US" dirty="0"/>
          </a:p>
        </p:txBody>
      </p:sp>
      <p:sp>
        <p:nvSpPr>
          <p:cNvPr id="3" name="Picture Placeholder 2"/>
          <p:cNvSpPr>
            <a:spLocks noGrp="1" noChangeAspect="1"/>
          </p:cNvSpPr>
          <p:nvPr>
            <p:ph type="pic" idx="1"/>
          </p:nvPr>
        </p:nvSpPr>
        <p:spPr>
          <a:xfrm>
            <a:off x="4591306" y="6220102"/>
            <a:ext cx="5467380" cy="30700453"/>
          </a:xfrm>
        </p:spPr>
        <p:txBody>
          <a:bodyPr anchor="t"/>
          <a:lstStyle>
            <a:lvl1pPr marL="0" indent="0">
              <a:buNone/>
              <a:defRPr sz="3780"/>
            </a:lvl1pPr>
            <a:lvl2pPr marL="539999" indent="0">
              <a:buNone/>
              <a:defRPr sz="3307"/>
            </a:lvl2pPr>
            <a:lvl3pPr marL="1079998" indent="0">
              <a:buNone/>
              <a:defRPr sz="2835"/>
            </a:lvl3pPr>
            <a:lvl4pPr marL="1619997" indent="0">
              <a:buNone/>
              <a:defRPr sz="2362"/>
            </a:lvl4pPr>
            <a:lvl5pPr marL="2159996" indent="0">
              <a:buNone/>
              <a:defRPr sz="2362"/>
            </a:lvl5pPr>
            <a:lvl6pPr marL="2699995" indent="0">
              <a:buNone/>
              <a:defRPr sz="2362"/>
            </a:lvl6pPr>
            <a:lvl7pPr marL="3239994" indent="0">
              <a:buNone/>
              <a:defRPr sz="2362"/>
            </a:lvl7pPr>
            <a:lvl8pPr marL="3779992" indent="0">
              <a:buNone/>
              <a:defRPr sz="2362"/>
            </a:lvl8pPr>
            <a:lvl9pPr marL="4319991" indent="0">
              <a:buNone/>
              <a:defRPr sz="2362"/>
            </a:lvl9pPr>
          </a:lstStyle>
          <a:p>
            <a:r>
              <a:rPr lang="cs-CZ"/>
              <a:t>Kliknutím na ikonu přidáte obrázek.</a:t>
            </a:r>
            <a:endParaRPr lang="en-US" dirty="0"/>
          </a:p>
        </p:txBody>
      </p:sp>
      <p:sp>
        <p:nvSpPr>
          <p:cNvPr id="4" name="Text Placeholder 3"/>
          <p:cNvSpPr>
            <a:spLocks noGrp="1"/>
          </p:cNvSpPr>
          <p:nvPr>
            <p:ph type="body" sz="half" idx="2"/>
          </p:nvPr>
        </p:nvSpPr>
        <p:spPr>
          <a:xfrm>
            <a:off x="743890" y="12960191"/>
            <a:ext cx="3483205" cy="24010358"/>
          </a:xfrm>
        </p:spPr>
        <p:txBody>
          <a:bodyPr/>
          <a:lstStyle>
            <a:lvl1pPr marL="0" indent="0">
              <a:buNone/>
              <a:defRPr sz="1890"/>
            </a:lvl1pPr>
            <a:lvl2pPr marL="539999" indent="0">
              <a:buNone/>
              <a:defRPr sz="1654"/>
            </a:lvl2pPr>
            <a:lvl3pPr marL="1079998" indent="0">
              <a:buNone/>
              <a:defRPr sz="1417"/>
            </a:lvl3pPr>
            <a:lvl4pPr marL="1619997" indent="0">
              <a:buNone/>
              <a:defRPr sz="1181"/>
            </a:lvl4pPr>
            <a:lvl5pPr marL="2159996" indent="0">
              <a:buNone/>
              <a:defRPr sz="1181"/>
            </a:lvl5pPr>
            <a:lvl6pPr marL="2699995" indent="0">
              <a:buNone/>
              <a:defRPr sz="1181"/>
            </a:lvl6pPr>
            <a:lvl7pPr marL="3239994" indent="0">
              <a:buNone/>
              <a:defRPr sz="1181"/>
            </a:lvl7pPr>
            <a:lvl8pPr marL="3779992" indent="0">
              <a:buNone/>
              <a:defRPr sz="1181"/>
            </a:lvl8pPr>
            <a:lvl9pPr marL="4319991" indent="0">
              <a:buNone/>
              <a:defRPr sz="1181"/>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996B4110-F7EF-4115-83D3-FC4FC57FC8CB}" type="datetimeFigureOut">
              <a:rPr lang="cs-CZ" smtClean="0"/>
              <a:t>11.01.2026</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3653234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Vertical Text Placeholder 2"/>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996B4110-F7EF-4115-83D3-FC4FC57FC8CB}" type="datetimeFigureOut">
              <a:rPr lang="cs-CZ" smtClean="0"/>
              <a:t>11.01.2026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481242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28581" y="2300034"/>
            <a:ext cx="2328699" cy="36610544"/>
          </a:xfrm>
        </p:spPr>
        <p:txBody>
          <a:bodyPr vert="eaVert"/>
          <a:lstStyle/>
          <a:p>
            <a:r>
              <a:rPr lang="cs-CZ"/>
              <a:t>Kliknutím lze upravit styl.</a:t>
            </a:r>
            <a:endParaRPr lang="en-US" dirty="0"/>
          </a:p>
        </p:txBody>
      </p:sp>
      <p:sp>
        <p:nvSpPr>
          <p:cNvPr id="3" name="Vertical Text Placeholder 2"/>
          <p:cNvSpPr>
            <a:spLocks noGrp="1"/>
          </p:cNvSpPr>
          <p:nvPr>
            <p:ph type="body" orient="vert" idx="1"/>
          </p:nvPr>
        </p:nvSpPr>
        <p:spPr>
          <a:xfrm>
            <a:off x="742484" y="2300034"/>
            <a:ext cx="6851100" cy="36610544"/>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996B4110-F7EF-4115-83D3-FC4FC57FC8CB}" type="datetimeFigureOut">
              <a:rPr lang="cs-CZ" smtClean="0"/>
              <a:t>11.01.2026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4DBF100C-1922-4A4B-A8DF-ABCA8104E5F4}" type="slidenum">
              <a:rPr lang="cs-CZ" smtClean="0"/>
              <a:t>‹#›</a:t>
            </a:fld>
            <a:endParaRPr lang="cs-CZ"/>
          </a:p>
        </p:txBody>
      </p:sp>
    </p:spTree>
    <p:extLst>
      <p:ext uri="{BB962C8B-B14F-4D97-AF65-F5344CB8AC3E}">
        <p14:creationId xmlns:p14="http://schemas.microsoft.com/office/powerpoint/2010/main" val="2794970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42484" y="2300044"/>
            <a:ext cx="9314796" cy="8350126"/>
          </a:xfrm>
          <a:prstGeom prst="rect">
            <a:avLst/>
          </a:prstGeom>
        </p:spPr>
        <p:txBody>
          <a:bodyPr vert="horz" lIns="91440" tIns="45720" rIns="91440" bIns="45720" rtlCol="0" anchor="ctr">
            <a:normAutofit/>
          </a:bodyPr>
          <a:lstStyle/>
          <a:p>
            <a:r>
              <a:rPr lang="cs-CZ"/>
              <a:t>Kliknutím lze upravit styl.</a:t>
            </a:r>
            <a:endParaRPr lang="en-US" dirty="0"/>
          </a:p>
        </p:txBody>
      </p:sp>
      <p:sp>
        <p:nvSpPr>
          <p:cNvPr id="3" name="Text Placeholder 2"/>
          <p:cNvSpPr>
            <a:spLocks noGrp="1"/>
          </p:cNvSpPr>
          <p:nvPr>
            <p:ph type="body" idx="1"/>
          </p:nvPr>
        </p:nvSpPr>
        <p:spPr>
          <a:xfrm>
            <a:off x="742484" y="11500170"/>
            <a:ext cx="9314796" cy="27410408"/>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2"/>
          </p:nvPr>
        </p:nvSpPr>
        <p:spPr>
          <a:xfrm>
            <a:off x="742484" y="40040601"/>
            <a:ext cx="2429947" cy="2300034"/>
          </a:xfrm>
          <a:prstGeom prst="rect">
            <a:avLst/>
          </a:prstGeom>
        </p:spPr>
        <p:txBody>
          <a:bodyPr vert="horz" lIns="91440" tIns="45720" rIns="91440" bIns="45720" rtlCol="0" anchor="ctr"/>
          <a:lstStyle>
            <a:lvl1pPr algn="l">
              <a:defRPr sz="1417">
                <a:solidFill>
                  <a:schemeClr val="tx1">
                    <a:tint val="75000"/>
                  </a:schemeClr>
                </a:solidFill>
              </a:defRPr>
            </a:lvl1pPr>
          </a:lstStyle>
          <a:p>
            <a:fld id="{996B4110-F7EF-4115-83D3-FC4FC57FC8CB}" type="datetimeFigureOut">
              <a:rPr lang="cs-CZ" smtClean="0"/>
              <a:t>11.01.2026</a:t>
            </a:fld>
            <a:endParaRPr lang="cs-CZ"/>
          </a:p>
        </p:txBody>
      </p:sp>
      <p:sp>
        <p:nvSpPr>
          <p:cNvPr id="5" name="Footer Placeholder 4"/>
          <p:cNvSpPr>
            <a:spLocks noGrp="1"/>
          </p:cNvSpPr>
          <p:nvPr>
            <p:ph type="ftr" sz="quarter" idx="3"/>
          </p:nvPr>
        </p:nvSpPr>
        <p:spPr>
          <a:xfrm>
            <a:off x="3577422" y="40040601"/>
            <a:ext cx="3644920" cy="2300034"/>
          </a:xfrm>
          <a:prstGeom prst="rect">
            <a:avLst/>
          </a:prstGeom>
        </p:spPr>
        <p:txBody>
          <a:bodyPr vert="horz" lIns="91440" tIns="45720" rIns="91440" bIns="45720" rtlCol="0" anchor="ctr"/>
          <a:lstStyle>
            <a:lvl1pPr algn="ctr">
              <a:defRPr sz="1417">
                <a:solidFill>
                  <a:schemeClr val="tx1">
                    <a:tint val="75000"/>
                  </a:schemeClr>
                </a:solidFill>
              </a:defRPr>
            </a:lvl1pPr>
          </a:lstStyle>
          <a:p>
            <a:endParaRPr lang="cs-CZ"/>
          </a:p>
        </p:txBody>
      </p:sp>
      <p:sp>
        <p:nvSpPr>
          <p:cNvPr id="6" name="Slide Number Placeholder 5"/>
          <p:cNvSpPr>
            <a:spLocks noGrp="1"/>
          </p:cNvSpPr>
          <p:nvPr>
            <p:ph type="sldNum" sz="quarter" idx="4"/>
          </p:nvPr>
        </p:nvSpPr>
        <p:spPr>
          <a:xfrm>
            <a:off x="7627332" y="40040601"/>
            <a:ext cx="2429947" cy="2300034"/>
          </a:xfrm>
          <a:prstGeom prst="rect">
            <a:avLst/>
          </a:prstGeom>
        </p:spPr>
        <p:txBody>
          <a:bodyPr vert="horz" lIns="91440" tIns="45720" rIns="91440" bIns="45720" rtlCol="0" anchor="ctr"/>
          <a:lstStyle>
            <a:lvl1pPr algn="r">
              <a:defRPr sz="1417">
                <a:solidFill>
                  <a:schemeClr val="tx1">
                    <a:tint val="75000"/>
                  </a:schemeClr>
                </a:solidFill>
              </a:defRPr>
            </a:lvl1pPr>
          </a:lstStyle>
          <a:p>
            <a:fld id="{4DBF100C-1922-4A4B-A8DF-ABCA8104E5F4}" type="slidenum">
              <a:rPr lang="cs-CZ" smtClean="0"/>
              <a:t>‹#›</a:t>
            </a:fld>
            <a:endParaRPr lang="cs-CZ"/>
          </a:p>
        </p:txBody>
      </p:sp>
    </p:spTree>
    <p:extLst>
      <p:ext uri="{BB962C8B-B14F-4D97-AF65-F5344CB8AC3E}">
        <p14:creationId xmlns:p14="http://schemas.microsoft.com/office/powerpoint/2010/main" val="27866277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79998" rtl="0" eaLnBrk="1" latinLnBrk="0" hangingPunct="1">
        <a:lnSpc>
          <a:spcPct val="90000"/>
        </a:lnSpc>
        <a:spcBef>
          <a:spcPct val="0"/>
        </a:spcBef>
        <a:buNone/>
        <a:defRPr sz="5197" kern="1200">
          <a:solidFill>
            <a:schemeClr val="tx1"/>
          </a:solidFill>
          <a:latin typeface="+mj-lt"/>
          <a:ea typeface="+mj-ea"/>
          <a:cs typeface="+mj-cs"/>
        </a:defRPr>
      </a:lvl1pPr>
    </p:titleStyle>
    <p:bodyStyle>
      <a:lvl1pPr marL="269999" indent="-269999" algn="l" defTabSz="1079998" rtl="0" eaLnBrk="1" latinLnBrk="0" hangingPunct="1">
        <a:lnSpc>
          <a:spcPct val="90000"/>
        </a:lnSpc>
        <a:spcBef>
          <a:spcPts val="1181"/>
        </a:spcBef>
        <a:buFont typeface="Arial" panose="020B0604020202020204" pitchFamily="34" charset="0"/>
        <a:buChar char="•"/>
        <a:defRPr sz="3307" kern="1200">
          <a:solidFill>
            <a:schemeClr val="tx1"/>
          </a:solidFill>
          <a:latin typeface="+mn-lt"/>
          <a:ea typeface="+mn-ea"/>
          <a:cs typeface="+mn-cs"/>
        </a:defRPr>
      </a:lvl1pPr>
      <a:lvl2pPr marL="809998" indent="-269999" algn="l" defTabSz="1079998" rtl="0" eaLnBrk="1" latinLnBrk="0" hangingPunct="1">
        <a:lnSpc>
          <a:spcPct val="90000"/>
        </a:lnSpc>
        <a:spcBef>
          <a:spcPts val="591"/>
        </a:spcBef>
        <a:buFont typeface="Arial" panose="020B0604020202020204" pitchFamily="34" charset="0"/>
        <a:buChar char="•"/>
        <a:defRPr sz="2835" kern="1200">
          <a:solidFill>
            <a:schemeClr val="tx1"/>
          </a:solidFill>
          <a:latin typeface="+mn-lt"/>
          <a:ea typeface="+mn-ea"/>
          <a:cs typeface="+mn-cs"/>
        </a:defRPr>
      </a:lvl2pPr>
      <a:lvl3pPr marL="1349997" indent="-269999" algn="l" defTabSz="1079998" rtl="0" eaLnBrk="1" latinLnBrk="0" hangingPunct="1">
        <a:lnSpc>
          <a:spcPct val="90000"/>
        </a:lnSpc>
        <a:spcBef>
          <a:spcPts val="591"/>
        </a:spcBef>
        <a:buFont typeface="Arial" panose="020B0604020202020204" pitchFamily="34" charset="0"/>
        <a:buChar char="•"/>
        <a:defRPr sz="2362" kern="1200">
          <a:solidFill>
            <a:schemeClr val="tx1"/>
          </a:solidFill>
          <a:latin typeface="+mn-lt"/>
          <a:ea typeface="+mn-ea"/>
          <a:cs typeface="+mn-cs"/>
        </a:defRPr>
      </a:lvl3pPr>
      <a:lvl4pPr marL="1889996"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4pPr>
      <a:lvl5pPr marL="2429995"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5pPr>
      <a:lvl6pPr marL="2969994"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6pPr>
      <a:lvl7pPr marL="3509993"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7pPr>
      <a:lvl8pPr marL="4049992"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8pPr>
      <a:lvl9pPr marL="4589991"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9pPr>
    </p:bodyStyle>
    <p:otherStyle>
      <a:defPPr>
        <a:defRPr lang="en-US"/>
      </a:defPPr>
      <a:lvl1pPr marL="0" algn="l" defTabSz="1079998" rtl="0" eaLnBrk="1" latinLnBrk="0" hangingPunct="1">
        <a:defRPr sz="2126" kern="1200">
          <a:solidFill>
            <a:schemeClr val="tx1"/>
          </a:solidFill>
          <a:latin typeface="+mn-lt"/>
          <a:ea typeface="+mn-ea"/>
          <a:cs typeface="+mn-cs"/>
        </a:defRPr>
      </a:lvl1pPr>
      <a:lvl2pPr marL="539999" algn="l" defTabSz="1079998" rtl="0" eaLnBrk="1" latinLnBrk="0" hangingPunct="1">
        <a:defRPr sz="2126" kern="1200">
          <a:solidFill>
            <a:schemeClr val="tx1"/>
          </a:solidFill>
          <a:latin typeface="+mn-lt"/>
          <a:ea typeface="+mn-ea"/>
          <a:cs typeface="+mn-cs"/>
        </a:defRPr>
      </a:lvl2pPr>
      <a:lvl3pPr marL="1079998" algn="l" defTabSz="1079998" rtl="0" eaLnBrk="1" latinLnBrk="0" hangingPunct="1">
        <a:defRPr sz="2126" kern="1200">
          <a:solidFill>
            <a:schemeClr val="tx1"/>
          </a:solidFill>
          <a:latin typeface="+mn-lt"/>
          <a:ea typeface="+mn-ea"/>
          <a:cs typeface="+mn-cs"/>
        </a:defRPr>
      </a:lvl3pPr>
      <a:lvl4pPr marL="1619997" algn="l" defTabSz="1079998" rtl="0" eaLnBrk="1" latinLnBrk="0" hangingPunct="1">
        <a:defRPr sz="2126" kern="1200">
          <a:solidFill>
            <a:schemeClr val="tx1"/>
          </a:solidFill>
          <a:latin typeface="+mn-lt"/>
          <a:ea typeface="+mn-ea"/>
          <a:cs typeface="+mn-cs"/>
        </a:defRPr>
      </a:lvl4pPr>
      <a:lvl5pPr marL="2159996" algn="l" defTabSz="1079998" rtl="0" eaLnBrk="1" latinLnBrk="0" hangingPunct="1">
        <a:defRPr sz="2126" kern="1200">
          <a:solidFill>
            <a:schemeClr val="tx1"/>
          </a:solidFill>
          <a:latin typeface="+mn-lt"/>
          <a:ea typeface="+mn-ea"/>
          <a:cs typeface="+mn-cs"/>
        </a:defRPr>
      </a:lvl5pPr>
      <a:lvl6pPr marL="2699995" algn="l" defTabSz="1079998" rtl="0" eaLnBrk="1" latinLnBrk="0" hangingPunct="1">
        <a:defRPr sz="2126" kern="1200">
          <a:solidFill>
            <a:schemeClr val="tx1"/>
          </a:solidFill>
          <a:latin typeface="+mn-lt"/>
          <a:ea typeface="+mn-ea"/>
          <a:cs typeface="+mn-cs"/>
        </a:defRPr>
      </a:lvl6pPr>
      <a:lvl7pPr marL="3239994" algn="l" defTabSz="1079998" rtl="0" eaLnBrk="1" latinLnBrk="0" hangingPunct="1">
        <a:defRPr sz="2126" kern="1200">
          <a:solidFill>
            <a:schemeClr val="tx1"/>
          </a:solidFill>
          <a:latin typeface="+mn-lt"/>
          <a:ea typeface="+mn-ea"/>
          <a:cs typeface="+mn-cs"/>
        </a:defRPr>
      </a:lvl7pPr>
      <a:lvl8pPr marL="3779992" algn="l" defTabSz="1079998" rtl="0" eaLnBrk="1" latinLnBrk="0" hangingPunct="1">
        <a:defRPr sz="2126" kern="1200">
          <a:solidFill>
            <a:schemeClr val="tx1"/>
          </a:solidFill>
          <a:latin typeface="+mn-lt"/>
          <a:ea typeface="+mn-ea"/>
          <a:cs typeface="+mn-cs"/>
        </a:defRPr>
      </a:lvl8pPr>
      <a:lvl9pPr marL="4319991" algn="l" defTabSz="1079998" rtl="0" eaLnBrk="1" latinLnBrk="0" hangingPunct="1">
        <a:defRPr sz="212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qgis/QGIS" TargetMode="External"/><Relationship Id="rId2" Type="http://schemas.openxmlformats.org/officeDocument/2006/relationships/hyperlink" Target="https://ags.cuzk.gov.cz/geoprohlizec/"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ovéPole 3">
            <a:extLst>
              <a:ext uri="{FF2B5EF4-FFF2-40B4-BE49-F238E27FC236}">
                <a16:creationId xmlns:a16="http://schemas.microsoft.com/office/drawing/2014/main" id="{144773EC-21EB-E6C9-50BB-87D4A4C28C43}"/>
              </a:ext>
            </a:extLst>
          </p:cNvPr>
          <p:cNvSpPr txBox="1"/>
          <p:nvPr/>
        </p:nvSpPr>
        <p:spPr>
          <a:xfrm>
            <a:off x="487848" y="20138209"/>
            <a:ext cx="6568440" cy="1015663"/>
          </a:xfrm>
          <a:prstGeom prst="rect">
            <a:avLst/>
          </a:prstGeom>
          <a:noFill/>
        </p:spPr>
        <p:txBody>
          <a:bodyPr wrap="square" rtlCol="0">
            <a:spAutoFit/>
          </a:bodyPr>
          <a:lstStyle/>
          <a:p>
            <a:r>
              <a:rPr lang="cs-CZ" sz="6000" b="1" dirty="0">
                <a:solidFill>
                  <a:srgbClr val="603700"/>
                </a:solidFill>
                <a:latin typeface="+mj-lt"/>
              </a:rPr>
              <a:t>Hypotéza</a:t>
            </a:r>
          </a:p>
        </p:txBody>
      </p:sp>
      <p:sp>
        <p:nvSpPr>
          <p:cNvPr id="5" name="TextovéPole 4">
            <a:extLst>
              <a:ext uri="{FF2B5EF4-FFF2-40B4-BE49-F238E27FC236}">
                <a16:creationId xmlns:a16="http://schemas.microsoft.com/office/drawing/2014/main" id="{C8F4F8D1-61FA-4FC6-69EA-001115D3A85B}"/>
              </a:ext>
            </a:extLst>
          </p:cNvPr>
          <p:cNvSpPr txBox="1"/>
          <p:nvPr/>
        </p:nvSpPr>
        <p:spPr>
          <a:xfrm>
            <a:off x="445418" y="32309510"/>
            <a:ext cx="6076683" cy="1015663"/>
          </a:xfrm>
          <a:prstGeom prst="rect">
            <a:avLst/>
          </a:prstGeom>
          <a:noFill/>
        </p:spPr>
        <p:txBody>
          <a:bodyPr wrap="square" rtlCol="0">
            <a:spAutoFit/>
          </a:bodyPr>
          <a:lstStyle/>
          <a:p>
            <a:r>
              <a:rPr lang="cs-CZ" sz="6000" b="1" dirty="0">
                <a:solidFill>
                  <a:srgbClr val="603700"/>
                </a:solidFill>
                <a:latin typeface="+mj-lt"/>
              </a:rPr>
              <a:t>Seznam materiálů</a:t>
            </a:r>
          </a:p>
        </p:txBody>
      </p:sp>
      <p:sp>
        <p:nvSpPr>
          <p:cNvPr id="15" name="Ovál 14">
            <a:extLst>
              <a:ext uri="{FF2B5EF4-FFF2-40B4-BE49-F238E27FC236}">
                <a16:creationId xmlns:a16="http://schemas.microsoft.com/office/drawing/2014/main" id="{90B96CAF-63EB-DC21-AEEB-B4A0C45CB492}"/>
              </a:ext>
            </a:extLst>
          </p:cNvPr>
          <p:cNvSpPr>
            <a:spLocks noChangeAspect="1"/>
          </p:cNvSpPr>
          <p:nvPr/>
        </p:nvSpPr>
        <p:spPr>
          <a:xfrm>
            <a:off x="2968271" y="7313488"/>
            <a:ext cx="3140225" cy="314022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grpSp>
        <p:nvGrpSpPr>
          <p:cNvPr id="16" name="Skupina 15">
            <a:extLst>
              <a:ext uri="{FF2B5EF4-FFF2-40B4-BE49-F238E27FC236}">
                <a16:creationId xmlns:a16="http://schemas.microsoft.com/office/drawing/2014/main" id="{94D50167-86FC-1B9E-9BE8-93CDC507B9DB}"/>
              </a:ext>
            </a:extLst>
          </p:cNvPr>
          <p:cNvGrpSpPr/>
          <p:nvPr/>
        </p:nvGrpSpPr>
        <p:grpSpPr>
          <a:xfrm rot="-300000">
            <a:off x="-7045090" y="-9338400"/>
            <a:ext cx="12446312" cy="20163600"/>
            <a:chOff x="-7049442" y="-7660435"/>
            <a:chExt cx="12446312" cy="20161750"/>
          </a:xfrm>
        </p:grpSpPr>
        <p:sp>
          <p:nvSpPr>
            <p:cNvPr id="17" name="Obdélník 16">
              <a:extLst>
                <a:ext uri="{FF2B5EF4-FFF2-40B4-BE49-F238E27FC236}">
                  <a16:creationId xmlns:a16="http://schemas.microsoft.com/office/drawing/2014/main" id="{BEEB4E0D-8BE3-DF65-4A4E-E97F0670731C}"/>
                </a:ext>
              </a:extLst>
            </p:cNvPr>
            <p:cNvSpPr/>
            <p:nvPr/>
          </p:nvSpPr>
          <p:spPr>
            <a:xfrm rot="7800000">
              <a:off x="-8537539" y="-1433094"/>
              <a:ext cx="20161750" cy="7707068"/>
            </a:xfrm>
            <a:prstGeom prst="rect">
              <a:avLst/>
            </a:prstGeom>
            <a:solidFill>
              <a:srgbClr val="C56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18" name="Obdélník 17">
              <a:extLst>
                <a:ext uri="{FF2B5EF4-FFF2-40B4-BE49-F238E27FC236}">
                  <a16:creationId xmlns:a16="http://schemas.microsoft.com/office/drawing/2014/main" id="{A836D3D6-AD8B-A3D2-122F-207F482BE6CE}"/>
                </a:ext>
              </a:extLst>
            </p:cNvPr>
            <p:cNvSpPr/>
            <p:nvPr/>
          </p:nvSpPr>
          <p:spPr>
            <a:xfrm rot="7800000">
              <a:off x="-8018656" y="-2620165"/>
              <a:ext cx="16263387" cy="7707068"/>
            </a:xfrm>
            <a:prstGeom prst="rect">
              <a:avLst/>
            </a:prstGeom>
            <a:solidFill>
              <a:srgbClr val="9EE0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19" name="Obdélník 18">
              <a:extLst>
                <a:ext uri="{FF2B5EF4-FFF2-40B4-BE49-F238E27FC236}">
                  <a16:creationId xmlns:a16="http://schemas.microsoft.com/office/drawing/2014/main" id="{3644C1DF-C195-BC9A-5FC9-03603639E85F}"/>
                </a:ext>
              </a:extLst>
            </p:cNvPr>
            <p:cNvSpPr/>
            <p:nvPr/>
          </p:nvSpPr>
          <p:spPr>
            <a:xfrm rot="7800000">
              <a:off x="-11327602" y="-2168319"/>
              <a:ext cx="16263387" cy="7707068"/>
            </a:xfrm>
            <a:prstGeom prst="rect">
              <a:avLst/>
            </a:prstGeom>
            <a:solidFill>
              <a:srgbClr val="844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dirty="0"/>
            </a:p>
          </p:txBody>
        </p:sp>
      </p:grpSp>
      <p:grpSp>
        <p:nvGrpSpPr>
          <p:cNvPr id="24" name="Skupina 23">
            <a:extLst>
              <a:ext uri="{FF2B5EF4-FFF2-40B4-BE49-F238E27FC236}">
                <a16:creationId xmlns:a16="http://schemas.microsoft.com/office/drawing/2014/main" id="{DCC2653F-4DE3-07D7-9F3C-85A49835EB36}"/>
              </a:ext>
            </a:extLst>
          </p:cNvPr>
          <p:cNvGrpSpPr/>
          <p:nvPr/>
        </p:nvGrpSpPr>
        <p:grpSpPr>
          <a:xfrm rot="13800000">
            <a:off x="-233712" y="33119763"/>
            <a:ext cx="12446312" cy="20161750"/>
            <a:chOff x="-7049442" y="-7660435"/>
            <a:chExt cx="12446312" cy="20161750"/>
          </a:xfrm>
        </p:grpSpPr>
        <p:sp>
          <p:nvSpPr>
            <p:cNvPr id="25" name="Obdélník 24">
              <a:extLst>
                <a:ext uri="{FF2B5EF4-FFF2-40B4-BE49-F238E27FC236}">
                  <a16:creationId xmlns:a16="http://schemas.microsoft.com/office/drawing/2014/main" id="{7EC1DCCA-F2BA-5088-FD71-C7C1A3E58CF3}"/>
                </a:ext>
              </a:extLst>
            </p:cNvPr>
            <p:cNvSpPr/>
            <p:nvPr/>
          </p:nvSpPr>
          <p:spPr>
            <a:xfrm rot="7800000">
              <a:off x="-8537539" y="-1433094"/>
              <a:ext cx="20161750" cy="7707068"/>
            </a:xfrm>
            <a:prstGeom prst="rect">
              <a:avLst/>
            </a:prstGeom>
            <a:solidFill>
              <a:srgbClr val="C56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26" name="Obdélník 25">
              <a:extLst>
                <a:ext uri="{FF2B5EF4-FFF2-40B4-BE49-F238E27FC236}">
                  <a16:creationId xmlns:a16="http://schemas.microsoft.com/office/drawing/2014/main" id="{9C64A432-FE1D-4922-11AF-5DEB90466CAE}"/>
                </a:ext>
              </a:extLst>
            </p:cNvPr>
            <p:cNvSpPr/>
            <p:nvPr/>
          </p:nvSpPr>
          <p:spPr>
            <a:xfrm rot="7800000">
              <a:off x="-8018656" y="-2620165"/>
              <a:ext cx="16263387" cy="7707068"/>
            </a:xfrm>
            <a:prstGeom prst="rect">
              <a:avLst/>
            </a:prstGeom>
            <a:solidFill>
              <a:srgbClr val="9EE0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7" name="Obdélník 26">
              <a:extLst>
                <a:ext uri="{FF2B5EF4-FFF2-40B4-BE49-F238E27FC236}">
                  <a16:creationId xmlns:a16="http://schemas.microsoft.com/office/drawing/2014/main" id="{8F95C090-0234-E260-41AE-70E0CFC3FB61}"/>
                </a:ext>
              </a:extLst>
            </p:cNvPr>
            <p:cNvSpPr/>
            <p:nvPr/>
          </p:nvSpPr>
          <p:spPr>
            <a:xfrm rot="7800000">
              <a:off x="-11327602" y="-2168319"/>
              <a:ext cx="16263387" cy="7707068"/>
            </a:xfrm>
            <a:prstGeom prst="rect">
              <a:avLst/>
            </a:prstGeom>
            <a:solidFill>
              <a:srgbClr val="844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dirty="0"/>
            </a:p>
          </p:txBody>
        </p:sp>
      </p:grpSp>
      <p:sp>
        <p:nvSpPr>
          <p:cNvPr id="28" name="Ovál 27">
            <a:extLst>
              <a:ext uri="{FF2B5EF4-FFF2-40B4-BE49-F238E27FC236}">
                <a16:creationId xmlns:a16="http://schemas.microsoft.com/office/drawing/2014/main" id="{71BAFC95-B956-AC24-4E5E-2475B2C88255}"/>
              </a:ext>
            </a:extLst>
          </p:cNvPr>
          <p:cNvSpPr>
            <a:spLocks noChangeAspect="1"/>
          </p:cNvSpPr>
          <p:nvPr/>
        </p:nvSpPr>
        <p:spPr>
          <a:xfrm>
            <a:off x="6228606" y="13737493"/>
            <a:ext cx="3140225" cy="314022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2" name="Ovál 31">
            <a:extLst>
              <a:ext uri="{FF2B5EF4-FFF2-40B4-BE49-F238E27FC236}">
                <a16:creationId xmlns:a16="http://schemas.microsoft.com/office/drawing/2014/main" id="{77695D76-73EE-C32E-5A7E-5FC2B757774F}"/>
              </a:ext>
            </a:extLst>
          </p:cNvPr>
          <p:cNvSpPr>
            <a:spLocks noChangeAspect="1"/>
          </p:cNvSpPr>
          <p:nvPr/>
        </p:nvSpPr>
        <p:spPr>
          <a:xfrm>
            <a:off x="7002000" y="1716310"/>
            <a:ext cx="3140225" cy="314022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5" name="TextovéPole 34">
            <a:extLst>
              <a:ext uri="{FF2B5EF4-FFF2-40B4-BE49-F238E27FC236}">
                <a16:creationId xmlns:a16="http://schemas.microsoft.com/office/drawing/2014/main" id="{B101035E-F1E9-72C2-87A9-9DCDD27FC0BB}"/>
              </a:ext>
            </a:extLst>
          </p:cNvPr>
          <p:cNvSpPr txBox="1"/>
          <p:nvPr/>
        </p:nvSpPr>
        <p:spPr>
          <a:xfrm>
            <a:off x="445417" y="10010044"/>
            <a:ext cx="4953000" cy="1015663"/>
          </a:xfrm>
          <a:prstGeom prst="rect">
            <a:avLst/>
          </a:prstGeom>
          <a:noFill/>
        </p:spPr>
        <p:txBody>
          <a:bodyPr wrap="square" rtlCol="0">
            <a:spAutoFit/>
          </a:bodyPr>
          <a:lstStyle/>
          <a:p>
            <a:r>
              <a:rPr lang="cs-CZ" sz="6000" b="1" dirty="0">
                <a:solidFill>
                  <a:srgbClr val="603700"/>
                </a:solidFill>
                <a:latin typeface="+mj-lt"/>
              </a:rPr>
              <a:t>Problém</a:t>
            </a:r>
          </a:p>
        </p:txBody>
      </p:sp>
      <p:sp>
        <p:nvSpPr>
          <p:cNvPr id="38" name="Obdélník 37">
            <a:extLst>
              <a:ext uri="{FF2B5EF4-FFF2-40B4-BE49-F238E27FC236}">
                <a16:creationId xmlns:a16="http://schemas.microsoft.com/office/drawing/2014/main" id="{CA5B3BC7-C598-CC41-B6C9-4987D0970FBE}"/>
              </a:ext>
            </a:extLst>
          </p:cNvPr>
          <p:cNvSpPr/>
          <p:nvPr/>
        </p:nvSpPr>
        <p:spPr>
          <a:xfrm>
            <a:off x="317767" y="34048628"/>
            <a:ext cx="9521404" cy="1655744"/>
          </a:xfrm>
          <a:prstGeom prst="rect">
            <a:avLst/>
          </a:prstGeom>
          <a:solidFill>
            <a:srgbClr val="C56A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sz="4800" dirty="0">
              <a:solidFill>
                <a:srgbClr val="603700"/>
              </a:solidFill>
            </a:endParaRPr>
          </a:p>
        </p:txBody>
      </p:sp>
      <p:sp>
        <p:nvSpPr>
          <p:cNvPr id="39" name="Obdélník 38">
            <a:extLst>
              <a:ext uri="{FF2B5EF4-FFF2-40B4-BE49-F238E27FC236}">
                <a16:creationId xmlns:a16="http://schemas.microsoft.com/office/drawing/2014/main" id="{5060E4AF-2D79-6C0A-83AD-C672036E0BD6}"/>
              </a:ext>
            </a:extLst>
          </p:cNvPr>
          <p:cNvSpPr/>
          <p:nvPr/>
        </p:nvSpPr>
        <p:spPr>
          <a:xfrm>
            <a:off x="960590" y="33325172"/>
            <a:ext cx="9521404" cy="1655744"/>
          </a:xfrm>
          <a:prstGeom prst="rect">
            <a:avLst/>
          </a:prstGeom>
          <a:solidFill>
            <a:srgbClr val="9EE057"/>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cs-CZ" sz="2400" dirty="0">
                <a:solidFill>
                  <a:srgbClr val="603700"/>
                </a:solidFill>
              </a:rPr>
              <a:t>ČÚZK. </a:t>
            </a:r>
            <a:r>
              <a:rPr lang="cs-CZ" sz="2400" i="1" dirty="0" err="1">
                <a:solidFill>
                  <a:srgbClr val="603700"/>
                </a:solidFill>
              </a:rPr>
              <a:t>Geoprohlížeč</a:t>
            </a:r>
            <a:r>
              <a:rPr lang="cs-CZ" sz="2400" dirty="0">
                <a:solidFill>
                  <a:srgbClr val="603700"/>
                </a:solidFill>
              </a:rPr>
              <a:t>. Online. 2023, 01.06.2023. Dostupné z: </a:t>
            </a:r>
            <a:r>
              <a:rPr lang="cs-CZ" sz="2400" dirty="0">
                <a:solidFill>
                  <a:srgbClr val="603700"/>
                </a:solidFill>
                <a:hlinkClick r:id="rId2">
                  <a:extLst>
                    <a:ext uri="{A12FA001-AC4F-418D-AE19-62706E023703}">
                      <ahyp:hlinkClr xmlns:ahyp="http://schemas.microsoft.com/office/drawing/2018/hyperlinkcolor" val="tx"/>
                    </a:ext>
                  </a:extLst>
                </a:hlinkClick>
              </a:rPr>
              <a:t>https://ags.cuzk.gov.cz/</a:t>
            </a:r>
            <a:r>
              <a:rPr lang="cs-CZ" sz="2400" dirty="0" err="1">
                <a:solidFill>
                  <a:srgbClr val="603700"/>
                </a:solidFill>
                <a:hlinkClick r:id="rId2">
                  <a:extLst>
                    <a:ext uri="{A12FA001-AC4F-418D-AE19-62706E023703}">
                      <ahyp:hlinkClr xmlns:ahyp="http://schemas.microsoft.com/office/drawing/2018/hyperlinkcolor" val="tx"/>
                    </a:ext>
                  </a:extLst>
                </a:hlinkClick>
              </a:rPr>
              <a:t>geoprohlizec</a:t>
            </a:r>
            <a:r>
              <a:rPr lang="cs-CZ" sz="2400" dirty="0">
                <a:solidFill>
                  <a:srgbClr val="603700"/>
                </a:solidFill>
                <a:hlinkClick r:id="rId2">
                  <a:extLst>
                    <a:ext uri="{A12FA001-AC4F-418D-AE19-62706E023703}">
                      <ahyp:hlinkClr xmlns:ahyp="http://schemas.microsoft.com/office/drawing/2018/hyperlinkcolor" val="tx"/>
                    </a:ext>
                  </a:extLst>
                </a:hlinkClick>
              </a:rPr>
              <a:t>/</a:t>
            </a:r>
            <a:r>
              <a:rPr lang="cs-CZ" sz="2400" dirty="0">
                <a:solidFill>
                  <a:srgbClr val="603700"/>
                </a:solidFill>
              </a:rPr>
              <a:t>. [cit. 2025-11-23].</a:t>
            </a:r>
          </a:p>
          <a:p>
            <a:r>
              <a:rPr lang="cs-CZ" sz="2400" dirty="0">
                <a:solidFill>
                  <a:srgbClr val="603700"/>
                </a:solidFill>
              </a:rPr>
              <a:t>QGIS. </a:t>
            </a:r>
            <a:r>
              <a:rPr lang="cs-CZ" sz="2400" i="1" dirty="0">
                <a:solidFill>
                  <a:srgbClr val="603700"/>
                </a:solidFill>
              </a:rPr>
              <a:t>QGIS </a:t>
            </a:r>
            <a:r>
              <a:rPr lang="cs-CZ" sz="2400" i="1" dirty="0" err="1">
                <a:solidFill>
                  <a:srgbClr val="603700"/>
                </a:solidFill>
              </a:rPr>
              <a:t>Github</a:t>
            </a:r>
            <a:r>
              <a:rPr lang="cs-CZ" sz="2400" dirty="0">
                <a:solidFill>
                  <a:srgbClr val="603700"/>
                </a:solidFill>
              </a:rPr>
              <a:t>. Online. 2002, 23.11.2025. Dostupné z: </a:t>
            </a:r>
            <a:r>
              <a:rPr lang="cs-CZ" sz="2400" dirty="0">
                <a:solidFill>
                  <a:srgbClr val="603700"/>
                </a:solidFill>
                <a:hlinkClick r:id="rId3">
                  <a:extLst>
                    <a:ext uri="{A12FA001-AC4F-418D-AE19-62706E023703}">
                      <ahyp:hlinkClr xmlns:ahyp="http://schemas.microsoft.com/office/drawing/2018/hyperlinkcolor" val="tx"/>
                    </a:ext>
                  </a:extLst>
                </a:hlinkClick>
              </a:rPr>
              <a:t>https://github.com/</a:t>
            </a:r>
            <a:r>
              <a:rPr lang="cs-CZ" sz="2400" dirty="0" err="1">
                <a:solidFill>
                  <a:srgbClr val="603700"/>
                </a:solidFill>
                <a:hlinkClick r:id="rId3">
                  <a:extLst>
                    <a:ext uri="{A12FA001-AC4F-418D-AE19-62706E023703}">
                      <ahyp:hlinkClr xmlns:ahyp="http://schemas.microsoft.com/office/drawing/2018/hyperlinkcolor" val="tx"/>
                    </a:ext>
                  </a:extLst>
                </a:hlinkClick>
              </a:rPr>
              <a:t>qgis</a:t>
            </a:r>
            <a:r>
              <a:rPr lang="cs-CZ" sz="2400" dirty="0">
                <a:solidFill>
                  <a:srgbClr val="603700"/>
                </a:solidFill>
                <a:hlinkClick r:id="rId3">
                  <a:extLst>
                    <a:ext uri="{A12FA001-AC4F-418D-AE19-62706E023703}">
                      <ahyp:hlinkClr xmlns:ahyp="http://schemas.microsoft.com/office/drawing/2018/hyperlinkcolor" val="tx"/>
                    </a:ext>
                  </a:extLst>
                </a:hlinkClick>
              </a:rPr>
              <a:t>/QGIS</a:t>
            </a:r>
            <a:r>
              <a:rPr lang="cs-CZ" sz="2400" dirty="0">
                <a:solidFill>
                  <a:srgbClr val="603700"/>
                </a:solidFill>
              </a:rPr>
              <a:t>. [cit. 2025-11-23].</a:t>
            </a:r>
            <a:endParaRPr lang="cs-CZ" sz="6000" dirty="0">
              <a:solidFill>
                <a:srgbClr val="603700"/>
              </a:solidFill>
            </a:endParaRPr>
          </a:p>
        </p:txBody>
      </p:sp>
      <p:sp>
        <p:nvSpPr>
          <p:cNvPr id="45" name="Obdélník 44">
            <a:extLst>
              <a:ext uri="{FF2B5EF4-FFF2-40B4-BE49-F238E27FC236}">
                <a16:creationId xmlns:a16="http://schemas.microsoft.com/office/drawing/2014/main" id="{F0229FE8-A6C4-26D9-5743-72F41A7BEAA1}"/>
              </a:ext>
            </a:extLst>
          </p:cNvPr>
          <p:cNvSpPr/>
          <p:nvPr/>
        </p:nvSpPr>
        <p:spPr>
          <a:xfrm>
            <a:off x="363487" y="11996348"/>
            <a:ext cx="9521404" cy="6767843"/>
          </a:xfrm>
          <a:prstGeom prst="rect">
            <a:avLst/>
          </a:prstGeom>
          <a:solidFill>
            <a:srgbClr val="C56A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sz="4800" dirty="0">
              <a:solidFill>
                <a:srgbClr val="603700"/>
              </a:solidFill>
            </a:endParaRPr>
          </a:p>
        </p:txBody>
      </p:sp>
      <p:sp>
        <p:nvSpPr>
          <p:cNvPr id="46" name="Obdélník 45">
            <a:extLst>
              <a:ext uri="{FF2B5EF4-FFF2-40B4-BE49-F238E27FC236}">
                <a16:creationId xmlns:a16="http://schemas.microsoft.com/office/drawing/2014/main" id="{E1DC1CF7-786B-F7DD-3B38-74C57B7EB850}"/>
              </a:ext>
            </a:extLst>
          </p:cNvPr>
          <p:cNvSpPr/>
          <p:nvPr/>
        </p:nvSpPr>
        <p:spPr>
          <a:xfrm>
            <a:off x="1006310" y="11327640"/>
            <a:ext cx="9521404" cy="6767843"/>
          </a:xfrm>
          <a:prstGeom prst="rect">
            <a:avLst/>
          </a:prstGeom>
          <a:solidFill>
            <a:srgbClr val="9EE057"/>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cs-CZ" sz="4800" dirty="0">
                <a:solidFill>
                  <a:srgbClr val="603700"/>
                </a:solidFill>
              </a:rPr>
              <a:t>Stará mapa byla velmi nepřesná, hydranty na ní byli zakresleny jen ručně, což když hoří dům a hasiči potřebují co nejrychleji najít nejbližší hydrant, je problém. Proto jsem v</a:t>
            </a:r>
            <a:r>
              <a:rPr lang="cs-CZ" dirty="0"/>
              <a:t> </a:t>
            </a:r>
            <a:r>
              <a:rPr lang="cs-CZ" sz="4800" dirty="0">
                <a:solidFill>
                  <a:srgbClr val="603700"/>
                </a:solidFill>
              </a:rPr>
              <a:t>této práci mapu převedl do vektorové podoby pro přesnější a rychlejší lokalizování hydrantů</a:t>
            </a:r>
          </a:p>
        </p:txBody>
      </p:sp>
      <p:sp>
        <p:nvSpPr>
          <p:cNvPr id="47" name="Obdélník 46">
            <a:extLst>
              <a:ext uri="{FF2B5EF4-FFF2-40B4-BE49-F238E27FC236}">
                <a16:creationId xmlns:a16="http://schemas.microsoft.com/office/drawing/2014/main" id="{A6EE82AC-90BB-4299-32B6-D3C7218558FF}"/>
              </a:ext>
            </a:extLst>
          </p:cNvPr>
          <p:cNvSpPr/>
          <p:nvPr/>
        </p:nvSpPr>
        <p:spPr>
          <a:xfrm>
            <a:off x="363487" y="22662495"/>
            <a:ext cx="9521404" cy="8075708"/>
          </a:xfrm>
          <a:prstGeom prst="rect">
            <a:avLst/>
          </a:prstGeom>
          <a:solidFill>
            <a:srgbClr val="C56A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sz="4800" dirty="0">
              <a:solidFill>
                <a:srgbClr val="603700"/>
              </a:solidFill>
            </a:endParaRPr>
          </a:p>
        </p:txBody>
      </p:sp>
      <p:sp>
        <p:nvSpPr>
          <p:cNvPr id="48" name="Obdélník 47">
            <a:extLst>
              <a:ext uri="{FF2B5EF4-FFF2-40B4-BE49-F238E27FC236}">
                <a16:creationId xmlns:a16="http://schemas.microsoft.com/office/drawing/2014/main" id="{3834ED8E-1B4A-9468-B580-F9D1D936FAC4}"/>
              </a:ext>
            </a:extLst>
          </p:cNvPr>
          <p:cNvSpPr/>
          <p:nvPr/>
        </p:nvSpPr>
        <p:spPr>
          <a:xfrm>
            <a:off x="1006310" y="21993787"/>
            <a:ext cx="9521404" cy="8075708"/>
          </a:xfrm>
          <a:prstGeom prst="rect">
            <a:avLst/>
          </a:prstGeom>
          <a:solidFill>
            <a:srgbClr val="9EE057"/>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cs-CZ" sz="4800" dirty="0">
                <a:solidFill>
                  <a:srgbClr val="603700"/>
                </a:solidFill>
              </a:rPr>
              <a:t>Před začátkem práce jsem očekával, že </a:t>
            </a:r>
            <a:r>
              <a:rPr lang="cs-CZ" sz="4800" dirty="0" err="1">
                <a:solidFill>
                  <a:srgbClr val="603700"/>
                </a:solidFill>
              </a:rPr>
              <a:t>vektorizace</a:t>
            </a:r>
            <a:r>
              <a:rPr lang="cs-CZ" sz="4800" dirty="0">
                <a:solidFill>
                  <a:srgbClr val="603700"/>
                </a:solidFill>
              </a:rPr>
              <a:t> zabere spoustu času, což se naštěstí nestalo. Také jsem předpokládal, že hydranty na mapě budou mít nějakou odchylku, ale ta je nakonec naprosto minimální. Dokonce jsem do atributové tabulky doplnil fotografie některých hydrantů, což jsem si myslel, že není možné.</a:t>
            </a:r>
          </a:p>
        </p:txBody>
      </p:sp>
      <p:sp>
        <p:nvSpPr>
          <p:cNvPr id="30" name="Ovál 29">
            <a:extLst>
              <a:ext uri="{FF2B5EF4-FFF2-40B4-BE49-F238E27FC236}">
                <a16:creationId xmlns:a16="http://schemas.microsoft.com/office/drawing/2014/main" id="{00FC2B54-0202-B819-C6C7-70ABEDD8695F}"/>
              </a:ext>
            </a:extLst>
          </p:cNvPr>
          <p:cNvSpPr>
            <a:spLocks noChangeAspect="1"/>
          </p:cNvSpPr>
          <p:nvPr/>
        </p:nvSpPr>
        <p:spPr>
          <a:xfrm>
            <a:off x="7056289" y="29259910"/>
            <a:ext cx="3140225" cy="314022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9" name="Ovál 28">
            <a:extLst>
              <a:ext uri="{FF2B5EF4-FFF2-40B4-BE49-F238E27FC236}">
                <a16:creationId xmlns:a16="http://schemas.microsoft.com/office/drawing/2014/main" id="{F7CEFDFB-B937-A743-DF21-39C9229B105A}"/>
              </a:ext>
            </a:extLst>
          </p:cNvPr>
          <p:cNvSpPr>
            <a:spLocks noChangeAspect="1"/>
          </p:cNvSpPr>
          <p:nvPr/>
        </p:nvSpPr>
        <p:spPr>
          <a:xfrm>
            <a:off x="3615338" y="19236444"/>
            <a:ext cx="3140225" cy="314022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cxnSp>
        <p:nvCxnSpPr>
          <p:cNvPr id="3" name="Přímá spojnice 2">
            <a:extLst>
              <a:ext uri="{FF2B5EF4-FFF2-40B4-BE49-F238E27FC236}">
                <a16:creationId xmlns:a16="http://schemas.microsoft.com/office/drawing/2014/main" id="{5F22E42C-D91A-D175-B846-8EBDA59086B9}"/>
              </a:ext>
            </a:extLst>
          </p:cNvPr>
          <p:cNvCxnSpPr>
            <a:cxnSpLocks/>
          </p:cNvCxnSpPr>
          <p:nvPr/>
        </p:nvCxnSpPr>
        <p:spPr>
          <a:xfrm flipH="1">
            <a:off x="0" y="0"/>
            <a:ext cx="6618514" cy="945315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1649298"/>
      </p:ext>
    </p:extLst>
  </p:cSld>
  <p:clrMapOvr>
    <a:masterClrMapping/>
  </p:clrMapOvr>
</p:sld>
</file>

<file path=ppt/theme/theme1.xml><?xml version="1.0" encoding="utf-8"?>
<a:theme xmlns:a="http://schemas.openxmlformats.org/drawingml/2006/main" name="Motiv Office 2013–2022">
  <a:themeElements>
    <a:clrScheme name="Motiv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otiv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iv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405</TotalTime>
  <Words>165</Words>
  <Application>Microsoft Office PowerPoint</Application>
  <PresentationFormat>Vlastní</PresentationFormat>
  <Paragraphs>7</Paragraphs>
  <Slides>1</Slides>
  <Notes>0</Notes>
  <HiddenSlides>0</HiddenSlides>
  <MMClips>0</MMClips>
  <ScaleCrop>false</ScaleCrop>
  <HeadingPairs>
    <vt:vector size="6" baseType="variant">
      <vt:variant>
        <vt:lpstr>Použitá písma</vt:lpstr>
      </vt:variant>
      <vt:variant>
        <vt:i4>3</vt:i4>
      </vt:variant>
      <vt:variant>
        <vt:lpstr>Motiv</vt:lpstr>
      </vt:variant>
      <vt:variant>
        <vt:i4>1</vt:i4>
      </vt:variant>
      <vt:variant>
        <vt:lpstr>Nadpisy snímků</vt:lpstr>
      </vt:variant>
      <vt:variant>
        <vt:i4>1</vt:i4>
      </vt:variant>
    </vt:vector>
  </HeadingPairs>
  <TitlesOfParts>
    <vt:vector size="5" baseType="lpstr">
      <vt:lpstr>Arial</vt:lpstr>
      <vt:lpstr>Calibri</vt:lpstr>
      <vt:lpstr>Calibri Light</vt:lpstr>
      <vt:lpstr>Motiv Office 2013–2022</vt:lpstr>
      <vt:lpstr>Prezentace aplikace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Student CZ</dc:creator>
  <cp:lastModifiedBy>Lukáš Zimčík</cp:lastModifiedBy>
  <cp:revision>2</cp:revision>
  <dcterms:created xsi:type="dcterms:W3CDTF">2023-12-07T08:46:57Z</dcterms:created>
  <dcterms:modified xsi:type="dcterms:W3CDTF">2026-01-11T16:30:22Z</dcterms:modified>
</cp:coreProperties>
</file>