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99763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3700"/>
    <a:srgbClr val="9EE057"/>
    <a:srgbClr val="C56A11"/>
    <a:srgbClr val="B0E674"/>
    <a:srgbClr val="578E1A"/>
    <a:srgbClr val="67A91F"/>
    <a:srgbClr val="844B00"/>
    <a:srgbClr val="FFD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C2B31-8E92-46F5-9663-6524E228FE97}" v="45" dt="2026-01-11T17:13:43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2182" y="-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áš Zimčík" userId="2635a9d8db2843b7" providerId="LiveId" clId="{70A7242F-AAC7-4C04-9D92-A233B67140CE}"/>
    <pc:docChg chg="undo redo custSel addSld delSld modSld sldOrd modMainMaster">
      <pc:chgData name="Lukáš Zimčík" userId="2635a9d8db2843b7" providerId="LiveId" clId="{70A7242F-AAC7-4C04-9D92-A233B67140CE}" dt="2026-01-11T17:19:06.739" v="2038" actId="20577"/>
      <pc:docMkLst>
        <pc:docMk/>
      </pc:docMkLst>
      <pc:sldChg chg="addSp delSp modSp mod ord">
        <pc:chgData name="Lukáš Zimčík" userId="2635a9d8db2843b7" providerId="LiveId" clId="{70A7242F-AAC7-4C04-9D92-A233B67140CE}" dt="2026-01-11T17:19:06.739" v="2038" actId="20577"/>
        <pc:sldMkLst>
          <pc:docMk/>
          <pc:sldMk cId="3832567492" sldId="256"/>
        </pc:sldMkLst>
        <pc:spChg chg="add mod">
          <ac:chgData name="Lukáš Zimčík" userId="2635a9d8db2843b7" providerId="LiveId" clId="{70A7242F-AAC7-4C04-9D92-A233B67140CE}" dt="2026-01-11T17:14:06.866" v="2036" actId="404"/>
          <ac:spMkLst>
            <pc:docMk/>
            <pc:sldMk cId="3832567492" sldId="256"/>
            <ac:spMk id="2" creationId="{C132EF1E-A91C-6AAF-BC6D-D4D44A3F1C75}"/>
          </ac:spMkLst>
        </pc:spChg>
        <pc:spChg chg="add mod">
          <ac:chgData name="Lukáš Zimčík" userId="2635a9d8db2843b7" providerId="LiveId" clId="{70A7242F-AAC7-4C04-9D92-A233B67140CE}" dt="2026-01-11T10:31:58.926" v="1954" actId="122"/>
          <ac:spMkLst>
            <pc:docMk/>
            <pc:sldMk cId="3832567492" sldId="256"/>
            <ac:spMk id="17" creationId="{7E3B62C9-3954-F7D2-E7B2-C7F0A99A32D1}"/>
          </ac:spMkLst>
        </pc:spChg>
        <pc:spChg chg="mod">
          <ac:chgData name="Lukáš Zimčík" userId="2635a9d8db2843b7" providerId="LiveId" clId="{70A7242F-AAC7-4C04-9D92-A233B67140CE}" dt="2026-01-05T15:24:25.731" v="1910" actId="1076"/>
          <ac:spMkLst>
            <pc:docMk/>
            <pc:sldMk cId="3832567492" sldId="256"/>
            <ac:spMk id="20" creationId="{B9D16ABC-0E8B-C94E-88CD-BB7E8DEE67BC}"/>
          </ac:spMkLst>
        </pc:spChg>
        <pc:spChg chg="mod">
          <ac:chgData name="Lukáš Zimčík" userId="2635a9d8db2843b7" providerId="LiveId" clId="{70A7242F-AAC7-4C04-9D92-A233B67140CE}" dt="2026-01-11T10:31:58.926" v="1954" actId="122"/>
          <ac:spMkLst>
            <pc:docMk/>
            <pc:sldMk cId="3832567492" sldId="256"/>
            <ac:spMk id="24" creationId="{1685A4B7-EBCB-6CD2-D445-AA4A98C2D44E}"/>
          </ac:spMkLst>
        </pc:spChg>
        <pc:spChg chg="mod">
          <ac:chgData name="Lukáš Zimčík" userId="2635a9d8db2843b7" providerId="LiveId" clId="{70A7242F-AAC7-4C04-9D92-A233B67140CE}" dt="2026-01-11T17:19:06.739" v="2038" actId="20577"/>
          <ac:spMkLst>
            <pc:docMk/>
            <pc:sldMk cId="3832567492" sldId="256"/>
            <ac:spMk id="25" creationId="{2711E1D1-090A-6B34-9D4F-62C261D6D620}"/>
          </ac:spMkLst>
        </pc:spChg>
        <pc:spChg chg="mod">
          <ac:chgData name="Lukáš Zimčík" userId="2635a9d8db2843b7" providerId="LiveId" clId="{70A7242F-AAC7-4C04-9D92-A233B67140CE}" dt="2026-01-05T15:26:10.785" v="1916" actId="164"/>
          <ac:spMkLst>
            <pc:docMk/>
            <pc:sldMk cId="3832567492" sldId="256"/>
            <ac:spMk id="26" creationId="{4B5E32B5-F315-3FC5-ABC5-02BE941042E3}"/>
          </ac:spMkLst>
        </pc:spChg>
        <pc:spChg chg="mod">
          <ac:chgData name="Lukáš Zimčík" userId="2635a9d8db2843b7" providerId="LiveId" clId="{70A7242F-AAC7-4C04-9D92-A233B67140CE}" dt="2026-01-05T15:24:33.035" v="1911" actId="1076"/>
          <ac:spMkLst>
            <pc:docMk/>
            <pc:sldMk cId="3832567492" sldId="256"/>
            <ac:spMk id="27" creationId="{D3333628-5589-7F57-50B6-C4A8715E5BFD}"/>
          </ac:spMkLst>
        </pc:spChg>
        <pc:grpChg chg="add del mod">
          <ac:chgData name="Lukáš Zimčík" userId="2635a9d8db2843b7" providerId="LiveId" clId="{70A7242F-AAC7-4C04-9D92-A233B67140CE}" dt="2026-01-05T15:04:00.887" v="1890" actId="1037"/>
          <ac:grpSpMkLst>
            <pc:docMk/>
            <pc:sldMk cId="3832567492" sldId="256"/>
            <ac:grpSpMk id="5" creationId="{CA68A729-89ED-7184-ED74-1C7E52BCCEC7}"/>
          </ac:grpSpMkLst>
        </pc:grpChg>
        <pc:grpChg chg="add mod">
          <ac:chgData name="Lukáš Zimčík" userId="2635a9d8db2843b7" providerId="LiveId" clId="{70A7242F-AAC7-4C04-9D92-A233B67140CE}" dt="2026-01-05T15:26:03.172" v="1915" actId="196"/>
          <ac:grpSpMkLst>
            <pc:docMk/>
            <pc:sldMk cId="3832567492" sldId="256"/>
            <ac:grpSpMk id="21" creationId="{FBE53C24-DE84-106E-56B3-11E1800A03AB}"/>
          </ac:grpSpMkLst>
        </pc:grpChg>
        <pc:grpChg chg="add mod">
          <ac:chgData name="Lukáš Zimčík" userId="2635a9d8db2843b7" providerId="LiveId" clId="{70A7242F-AAC7-4C04-9D92-A233B67140CE}" dt="2026-01-11T12:04:48.297" v="1962" actId="14100"/>
          <ac:grpSpMkLst>
            <pc:docMk/>
            <pc:sldMk cId="3832567492" sldId="256"/>
            <ac:grpSpMk id="22" creationId="{224BD9C2-4EDD-3C4D-4442-DF4CDF1C5DF0}"/>
          </ac:grpSpMkLst>
        </pc:grpChg>
        <pc:picChg chg="add mod">
          <ac:chgData name="Lukáš Zimčík" userId="2635a9d8db2843b7" providerId="LiveId" clId="{70A7242F-AAC7-4C04-9D92-A233B67140CE}" dt="2026-01-11T12:04:56.898" v="1963" actId="1076"/>
          <ac:picMkLst>
            <pc:docMk/>
            <pc:sldMk cId="3832567492" sldId="256"/>
            <ac:picMk id="3" creationId="{17502599-EA82-9277-3F87-8010D2EBCCF4}"/>
          </ac:picMkLst>
        </pc:picChg>
        <pc:picChg chg="del mod">
          <ac:chgData name="Lukáš Zimčík" userId="2635a9d8db2843b7" providerId="LiveId" clId="{70A7242F-AAC7-4C04-9D92-A233B67140CE}" dt="2026-01-11T12:04:10.913" v="1955" actId="478"/>
          <ac:picMkLst>
            <pc:docMk/>
            <pc:sldMk cId="3832567492" sldId="256"/>
            <ac:picMk id="29" creationId="{BB9B61DE-71DE-2F9F-C399-8AC5C2714467}"/>
          </ac:picMkLst>
        </pc:picChg>
        <pc:cxnChg chg="add mod">
          <ac:chgData name="Lukáš Zimčík" userId="2635a9d8db2843b7" providerId="LiveId" clId="{70A7242F-AAC7-4C04-9D92-A233B67140CE}" dt="2026-01-05T15:03:47.173" v="1868" actId="1076"/>
          <ac:cxnSpMkLst>
            <pc:docMk/>
            <pc:sldMk cId="3832567492" sldId="256"/>
            <ac:cxnSpMk id="19" creationId="{51E363A6-94A2-3355-F881-BD3B7F6336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7070108"/>
            <a:ext cx="9179799" cy="1504022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2690338"/>
            <a:ext cx="8099822" cy="10430151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884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3530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0770172"/>
            <a:ext cx="9314796" cy="17970262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28910440"/>
            <a:ext cx="9314796" cy="945013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493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1500170"/>
            <a:ext cx="4589899" cy="2741040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1500170"/>
            <a:ext cx="4589899" cy="2741040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165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300044"/>
            <a:ext cx="9314796" cy="8350126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10590160"/>
            <a:ext cx="4568805" cy="5190073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15780233"/>
            <a:ext cx="4568805" cy="2321034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10590160"/>
            <a:ext cx="4591306" cy="5190073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15780233"/>
            <a:ext cx="4591306" cy="2321034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919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302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053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80042"/>
            <a:ext cx="3483205" cy="10080149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6220102"/>
            <a:ext cx="5467380" cy="30700453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12960191"/>
            <a:ext cx="3483205" cy="24010358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625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80042"/>
            <a:ext cx="3483205" cy="10080149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6220102"/>
            <a:ext cx="5467380" cy="30700453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12960191"/>
            <a:ext cx="3483205" cy="24010358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8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420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2300034"/>
            <a:ext cx="2328699" cy="3661054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300034"/>
            <a:ext cx="6851100" cy="3661054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271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300044"/>
            <a:ext cx="931479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1500170"/>
            <a:ext cx="931479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0040601"/>
            <a:ext cx="2429947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FE23C-6D06-49EC-BD6C-C248E79754FE}" type="datetimeFigureOut">
              <a:rPr lang="cs-CZ" smtClean="0"/>
              <a:t>11.01.2026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0040601"/>
            <a:ext cx="364492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0040601"/>
            <a:ext cx="2429947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C09A9-2CE8-4B01-9056-679AB704612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64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Skupina 4">
            <a:extLst>
              <a:ext uri="{FF2B5EF4-FFF2-40B4-BE49-F238E27FC236}">
                <a16:creationId xmlns:a16="http://schemas.microsoft.com/office/drawing/2014/main" id="{CA68A729-89ED-7184-ED74-1C7E52BCCEC7}"/>
              </a:ext>
            </a:extLst>
          </p:cNvPr>
          <p:cNvGrpSpPr/>
          <p:nvPr/>
        </p:nvGrpSpPr>
        <p:grpSpPr>
          <a:xfrm rot="300000" flipH="1">
            <a:off x="5664501" y="-8914966"/>
            <a:ext cx="12446312" cy="20161750"/>
            <a:chOff x="-7153078" y="-7899920"/>
            <a:chExt cx="12446312" cy="20161750"/>
          </a:xfrm>
        </p:grpSpPr>
        <p:sp>
          <p:nvSpPr>
            <p:cNvPr id="6" name="Obdélník 5">
              <a:extLst>
                <a:ext uri="{FF2B5EF4-FFF2-40B4-BE49-F238E27FC236}">
                  <a16:creationId xmlns:a16="http://schemas.microsoft.com/office/drawing/2014/main" id="{47BB233D-FD5B-44C0-0B16-1DC6C4012B59}"/>
                </a:ext>
              </a:extLst>
            </p:cNvPr>
            <p:cNvSpPr/>
            <p:nvPr/>
          </p:nvSpPr>
          <p:spPr>
            <a:xfrm rot="7800000">
              <a:off x="-8641175" y="-1672579"/>
              <a:ext cx="20161750" cy="7707068"/>
            </a:xfrm>
            <a:prstGeom prst="rect">
              <a:avLst/>
            </a:prstGeom>
            <a:solidFill>
              <a:srgbClr val="C56A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7" name="Obdélník 6">
              <a:extLst>
                <a:ext uri="{FF2B5EF4-FFF2-40B4-BE49-F238E27FC236}">
                  <a16:creationId xmlns:a16="http://schemas.microsoft.com/office/drawing/2014/main" id="{BD1E5BEB-4702-525F-CB62-B49D37A1ECA3}"/>
                </a:ext>
              </a:extLst>
            </p:cNvPr>
            <p:cNvSpPr/>
            <p:nvPr/>
          </p:nvSpPr>
          <p:spPr>
            <a:xfrm rot="7800000">
              <a:off x="-8122292" y="-2859650"/>
              <a:ext cx="16263387" cy="7707068"/>
            </a:xfrm>
            <a:prstGeom prst="rect">
              <a:avLst/>
            </a:prstGeom>
            <a:solidFill>
              <a:srgbClr val="9EE0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8" name="Obdélník 7">
              <a:extLst>
                <a:ext uri="{FF2B5EF4-FFF2-40B4-BE49-F238E27FC236}">
                  <a16:creationId xmlns:a16="http://schemas.microsoft.com/office/drawing/2014/main" id="{B56EB05E-6B2C-C2C8-52E2-3BF5B7C3E4CA}"/>
                </a:ext>
              </a:extLst>
            </p:cNvPr>
            <p:cNvSpPr/>
            <p:nvPr/>
          </p:nvSpPr>
          <p:spPr>
            <a:xfrm rot="7800000">
              <a:off x="-11431238" y="-2407804"/>
              <a:ext cx="16263387" cy="7707068"/>
            </a:xfrm>
            <a:prstGeom prst="rect">
              <a:avLst/>
            </a:prstGeom>
            <a:solidFill>
              <a:srgbClr val="844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grpSp>
        <p:nvGrpSpPr>
          <p:cNvPr id="9" name="Skupina 8">
            <a:extLst>
              <a:ext uri="{FF2B5EF4-FFF2-40B4-BE49-F238E27FC236}">
                <a16:creationId xmlns:a16="http://schemas.microsoft.com/office/drawing/2014/main" id="{6E9442C6-DD4F-C4A3-D143-219DF01827C9}"/>
              </a:ext>
            </a:extLst>
          </p:cNvPr>
          <p:cNvGrpSpPr/>
          <p:nvPr/>
        </p:nvGrpSpPr>
        <p:grpSpPr>
          <a:xfrm rot="13800000">
            <a:off x="-233712" y="33119763"/>
            <a:ext cx="12446312" cy="20161750"/>
            <a:chOff x="-7049442" y="-7660435"/>
            <a:chExt cx="12446312" cy="20161750"/>
          </a:xfrm>
        </p:grpSpPr>
        <p:sp>
          <p:nvSpPr>
            <p:cNvPr id="10" name="Obdélník 9">
              <a:extLst>
                <a:ext uri="{FF2B5EF4-FFF2-40B4-BE49-F238E27FC236}">
                  <a16:creationId xmlns:a16="http://schemas.microsoft.com/office/drawing/2014/main" id="{5AEF4EE3-7141-BBEE-94E8-F213BBB0632B}"/>
                </a:ext>
              </a:extLst>
            </p:cNvPr>
            <p:cNvSpPr/>
            <p:nvPr/>
          </p:nvSpPr>
          <p:spPr>
            <a:xfrm rot="7800000">
              <a:off x="-8537539" y="-1433094"/>
              <a:ext cx="20161750" cy="7707068"/>
            </a:xfrm>
            <a:prstGeom prst="rect">
              <a:avLst/>
            </a:prstGeom>
            <a:solidFill>
              <a:srgbClr val="C56A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1" name="Obdélník 10">
              <a:extLst>
                <a:ext uri="{FF2B5EF4-FFF2-40B4-BE49-F238E27FC236}">
                  <a16:creationId xmlns:a16="http://schemas.microsoft.com/office/drawing/2014/main" id="{B3D4C4F5-C07E-3E02-61DC-9F32AC905ADB}"/>
                </a:ext>
              </a:extLst>
            </p:cNvPr>
            <p:cNvSpPr/>
            <p:nvPr/>
          </p:nvSpPr>
          <p:spPr>
            <a:xfrm rot="7800000">
              <a:off x="-8018656" y="-2620165"/>
              <a:ext cx="16263387" cy="7707068"/>
            </a:xfrm>
            <a:prstGeom prst="rect">
              <a:avLst/>
            </a:prstGeom>
            <a:solidFill>
              <a:srgbClr val="9EE0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2" name="Obdélník 11">
              <a:extLst>
                <a:ext uri="{FF2B5EF4-FFF2-40B4-BE49-F238E27FC236}">
                  <a16:creationId xmlns:a16="http://schemas.microsoft.com/office/drawing/2014/main" id="{202288F5-2B76-D854-A266-D3B42CD7FC66}"/>
                </a:ext>
              </a:extLst>
            </p:cNvPr>
            <p:cNvSpPr/>
            <p:nvPr/>
          </p:nvSpPr>
          <p:spPr>
            <a:xfrm rot="7800000">
              <a:off x="-11327602" y="-2168319"/>
              <a:ext cx="16263387" cy="7707068"/>
            </a:xfrm>
            <a:prstGeom prst="rect">
              <a:avLst/>
            </a:prstGeom>
            <a:solidFill>
              <a:srgbClr val="844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grpSp>
        <p:nvGrpSpPr>
          <p:cNvPr id="21" name="Skupina 20">
            <a:extLst>
              <a:ext uri="{FF2B5EF4-FFF2-40B4-BE49-F238E27FC236}">
                <a16:creationId xmlns:a16="http://schemas.microsoft.com/office/drawing/2014/main" id="{FBE53C24-DE84-106E-56B3-11E1800A03AB}"/>
              </a:ext>
            </a:extLst>
          </p:cNvPr>
          <p:cNvGrpSpPr/>
          <p:nvPr/>
        </p:nvGrpSpPr>
        <p:grpSpPr>
          <a:xfrm flipH="1">
            <a:off x="276126" y="11888760"/>
            <a:ext cx="10164227" cy="9413722"/>
            <a:chOff x="276126" y="11888760"/>
            <a:chExt cx="10164227" cy="9413722"/>
          </a:xfrm>
        </p:grpSpPr>
        <p:sp>
          <p:nvSpPr>
            <p:cNvPr id="24" name="Obdélník 23">
              <a:extLst>
                <a:ext uri="{FF2B5EF4-FFF2-40B4-BE49-F238E27FC236}">
                  <a16:creationId xmlns:a16="http://schemas.microsoft.com/office/drawing/2014/main" id="{1685A4B7-EBCB-6CD2-D445-AA4A98C2D44E}"/>
                </a:ext>
              </a:extLst>
            </p:cNvPr>
            <p:cNvSpPr/>
            <p:nvPr/>
          </p:nvSpPr>
          <p:spPr>
            <a:xfrm>
              <a:off x="276126" y="12612216"/>
              <a:ext cx="9521404" cy="8690266"/>
            </a:xfrm>
            <a:prstGeom prst="rect">
              <a:avLst/>
            </a:prstGeom>
            <a:solidFill>
              <a:srgbClr val="C56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sz="4800" dirty="0">
                <a:solidFill>
                  <a:srgbClr val="603700"/>
                </a:solidFill>
              </a:endParaRPr>
            </a:p>
          </p:txBody>
        </p:sp>
        <p:sp>
          <p:nvSpPr>
            <p:cNvPr id="17" name="Obdélník 16">
              <a:extLst>
                <a:ext uri="{FF2B5EF4-FFF2-40B4-BE49-F238E27FC236}">
                  <a16:creationId xmlns:a16="http://schemas.microsoft.com/office/drawing/2014/main" id="{7E3B62C9-3954-F7D2-E7B2-C7F0A99A32D1}"/>
                </a:ext>
              </a:extLst>
            </p:cNvPr>
            <p:cNvSpPr/>
            <p:nvPr/>
          </p:nvSpPr>
          <p:spPr>
            <a:xfrm>
              <a:off x="918949" y="11888760"/>
              <a:ext cx="9521404" cy="8690266"/>
            </a:xfrm>
            <a:prstGeom prst="rect">
              <a:avLst/>
            </a:prstGeom>
            <a:solidFill>
              <a:srgbClr val="9EE0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4800" dirty="0">
                  <a:solidFill>
                    <a:srgbClr val="603700"/>
                  </a:solidFill>
                </a:rPr>
                <a:t>V programu QGIS jsem umístil všech 14</a:t>
              </a:r>
              <a:r>
                <a:rPr lang="cs-CZ" sz="4800" dirty="0"/>
                <a:t> </a:t>
              </a:r>
              <a:r>
                <a:rPr lang="cs-CZ" sz="4800" dirty="0">
                  <a:solidFill>
                    <a:srgbClr val="603700"/>
                  </a:solidFill>
                </a:rPr>
                <a:t>hydrantů podle staré mapy a popisu místa. Následně jsem vyplnil atributovou tabulku (viz data) a</a:t>
              </a:r>
              <a:r>
                <a:rPr lang="cs-CZ" dirty="0"/>
                <a:t> </a:t>
              </a:r>
              <a:r>
                <a:rPr lang="cs-CZ" sz="4800" dirty="0">
                  <a:solidFill>
                    <a:srgbClr val="603700"/>
                  </a:solidFill>
                </a:rPr>
                <a:t>k</a:t>
              </a:r>
              <a:r>
                <a:rPr lang="cs-CZ" dirty="0"/>
                <a:t> </a:t>
              </a:r>
              <a:r>
                <a:rPr lang="cs-CZ" sz="4800" dirty="0">
                  <a:solidFill>
                    <a:srgbClr val="603700"/>
                  </a:solidFill>
                </a:rPr>
                <a:t>hydrantům přiřadil barvy podle toho, zda je hydrant funkční, primární a nebo má malý tlak. Jako poslední krok jsem mapu exportoval a odeslal.</a:t>
              </a:r>
            </a:p>
          </p:txBody>
        </p:sp>
      </p:grp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B9D16ABC-0E8B-C94E-88CD-BB7E8DEE67BC}"/>
              </a:ext>
            </a:extLst>
          </p:cNvPr>
          <p:cNvSpPr txBox="1"/>
          <p:nvPr/>
        </p:nvSpPr>
        <p:spPr>
          <a:xfrm>
            <a:off x="7227105" y="10686473"/>
            <a:ext cx="33342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000" b="1" dirty="0">
                <a:solidFill>
                  <a:srgbClr val="603700"/>
                </a:solidFill>
                <a:latin typeface="+mj-lt"/>
              </a:rPr>
              <a:t>Metodika</a:t>
            </a:r>
          </a:p>
        </p:txBody>
      </p:sp>
      <p:sp>
        <p:nvSpPr>
          <p:cNvPr id="16" name="Ovál 15">
            <a:extLst>
              <a:ext uri="{FF2B5EF4-FFF2-40B4-BE49-F238E27FC236}">
                <a16:creationId xmlns:a16="http://schemas.microsoft.com/office/drawing/2014/main" id="{15648EF9-349A-B950-915C-9894FBCBEE12}"/>
              </a:ext>
            </a:extLst>
          </p:cNvPr>
          <p:cNvSpPr>
            <a:spLocks noChangeAspect="1"/>
          </p:cNvSpPr>
          <p:nvPr/>
        </p:nvSpPr>
        <p:spPr>
          <a:xfrm>
            <a:off x="6333354" y="9020820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5" name="Ovál 14">
            <a:extLst>
              <a:ext uri="{FF2B5EF4-FFF2-40B4-BE49-F238E27FC236}">
                <a16:creationId xmlns:a16="http://schemas.microsoft.com/office/drawing/2014/main" id="{C83FFD17-E9C6-729C-8E6B-AA498456D061}"/>
              </a:ext>
            </a:extLst>
          </p:cNvPr>
          <p:cNvSpPr>
            <a:spLocks noChangeAspect="1"/>
          </p:cNvSpPr>
          <p:nvPr/>
        </p:nvSpPr>
        <p:spPr>
          <a:xfrm>
            <a:off x="6156262" y="19421914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vál 13">
            <a:extLst>
              <a:ext uri="{FF2B5EF4-FFF2-40B4-BE49-F238E27FC236}">
                <a16:creationId xmlns:a16="http://schemas.microsoft.com/office/drawing/2014/main" id="{16373684-9B1B-300B-3D3A-6F8E254D28A0}"/>
              </a:ext>
            </a:extLst>
          </p:cNvPr>
          <p:cNvSpPr>
            <a:spLocks noChangeAspect="1"/>
          </p:cNvSpPr>
          <p:nvPr/>
        </p:nvSpPr>
        <p:spPr>
          <a:xfrm>
            <a:off x="934189" y="22254442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Ovál 22">
            <a:extLst>
              <a:ext uri="{FF2B5EF4-FFF2-40B4-BE49-F238E27FC236}">
                <a16:creationId xmlns:a16="http://schemas.microsoft.com/office/drawing/2014/main" id="{4FF0E85A-FDA0-4CAF-910F-C0D869F9FB5A}"/>
              </a:ext>
            </a:extLst>
          </p:cNvPr>
          <p:cNvSpPr>
            <a:spLocks noChangeAspect="1"/>
          </p:cNvSpPr>
          <p:nvPr/>
        </p:nvSpPr>
        <p:spPr>
          <a:xfrm>
            <a:off x="282109" y="1084270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22" name="Skupina 21">
            <a:extLst>
              <a:ext uri="{FF2B5EF4-FFF2-40B4-BE49-F238E27FC236}">
                <a16:creationId xmlns:a16="http://schemas.microsoft.com/office/drawing/2014/main" id="{224BD9C2-4EDD-3C4D-4442-DF4CDF1C5DF0}"/>
              </a:ext>
            </a:extLst>
          </p:cNvPr>
          <p:cNvGrpSpPr/>
          <p:nvPr/>
        </p:nvGrpSpPr>
        <p:grpSpPr>
          <a:xfrm flipH="1">
            <a:off x="247842" y="26723422"/>
            <a:ext cx="10164227" cy="5246794"/>
            <a:chOff x="247843" y="26723422"/>
            <a:chExt cx="10164227" cy="5784886"/>
          </a:xfrm>
        </p:grpSpPr>
        <p:sp>
          <p:nvSpPr>
            <p:cNvPr id="25" name="Obdélník 24">
              <a:extLst>
                <a:ext uri="{FF2B5EF4-FFF2-40B4-BE49-F238E27FC236}">
                  <a16:creationId xmlns:a16="http://schemas.microsoft.com/office/drawing/2014/main" id="{2711E1D1-090A-6B34-9D4F-62C261D6D620}"/>
                </a:ext>
              </a:extLst>
            </p:cNvPr>
            <p:cNvSpPr/>
            <p:nvPr/>
          </p:nvSpPr>
          <p:spPr>
            <a:xfrm>
              <a:off x="247843" y="27446878"/>
              <a:ext cx="9521404" cy="5061430"/>
            </a:xfrm>
            <a:prstGeom prst="rect">
              <a:avLst/>
            </a:prstGeom>
            <a:solidFill>
              <a:srgbClr val="C56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r"/>
              <a:r>
                <a:rPr lang="cs-CZ" sz="3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Obrázek 4: Atributová tabulka</a:t>
              </a:r>
            </a:p>
          </p:txBody>
        </p:sp>
        <p:sp>
          <p:nvSpPr>
            <p:cNvPr id="26" name="Obdélník 25">
              <a:extLst>
                <a:ext uri="{FF2B5EF4-FFF2-40B4-BE49-F238E27FC236}">
                  <a16:creationId xmlns:a16="http://schemas.microsoft.com/office/drawing/2014/main" id="{4B5E32B5-F315-3FC5-ABC5-02BE941042E3}"/>
                </a:ext>
              </a:extLst>
            </p:cNvPr>
            <p:cNvSpPr/>
            <p:nvPr/>
          </p:nvSpPr>
          <p:spPr>
            <a:xfrm>
              <a:off x="890666" y="26723422"/>
              <a:ext cx="9521404" cy="5061430"/>
            </a:xfrm>
            <a:prstGeom prst="rect">
              <a:avLst/>
            </a:prstGeom>
            <a:solidFill>
              <a:srgbClr val="9EE0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cs-CZ" sz="4800" dirty="0">
                  <a:solidFill>
                    <a:srgbClr val="603700"/>
                  </a:solidFill>
                </a:rPr>
                <a:t>Atributová tabulka</a:t>
              </a:r>
            </a:p>
          </p:txBody>
        </p:sp>
      </p:grp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D3333628-5589-7F57-50B6-C4A8715E5BFD}"/>
              </a:ext>
            </a:extLst>
          </p:cNvPr>
          <p:cNvSpPr txBox="1"/>
          <p:nvPr/>
        </p:nvSpPr>
        <p:spPr>
          <a:xfrm>
            <a:off x="8343401" y="25630337"/>
            <a:ext cx="20686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000" b="1" dirty="0">
                <a:solidFill>
                  <a:srgbClr val="603700"/>
                </a:solidFill>
                <a:latin typeface="+mj-lt"/>
              </a:rPr>
              <a:t>Data</a:t>
            </a:r>
          </a:p>
        </p:txBody>
      </p:sp>
      <p:pic>
        <p:nvPicPr>
          <p:cNvPr id="1026" name="Picture 2" descr="GitHub - qgis/QGIS: QGIS is a free, open source, cross platform  (lin/win/mac) geographical information system (GIS)">
            <a:extLst>
              <a:ext uri="{FF2B5EF4-FFF2-40B4-BE49-F238E27FC236}">
                <a16:creationId xmlns:a16="http://schemas.microsoft.com/office/drawing/2014/main" id="{9893D2A6-F00A-1A79-5468-59FC32E99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583" y="6206684"/>
            <a:ext cx="438150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vál 12">
            <a:extLst>
              <a:ext uri="{FF2B5EF4-FFF2-40B4-BE49-F238E27FC236}">
                <a16:creationId xmlns:a16="http://schemas.microsoft.com/office/drawing/2014/main" id="{0D70AF42-F733-B5A5-A806-5B29318AD7FF}"/>
              </a:ext>
            </a:extLst>
          </p:cNvPr>
          <p:cNvSpPr>
            <a:spLocks noChangeAspect="1"/>
          </p:cNvSpPr>
          <p:nvPr/>
        </p:nvSpPr>
        <p:spPr>
          <a:xfrm>
            <a:off x="5265825" y="31970216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19" name="Přímá spojnice 18">
            <a:extLst>
              <a:ext uri="{FF2B5EF4-FFF2-40B4-BE49-F238E27FC236}">
                <a16:creationId xmlns:a16="http://schemas.microsoft.com/office/drawing/2014/main" id="{51E363A6-94A2-3355-F881-BD3B7F63360C}"/>
              </a:ext>
            </a:extLst>
          </p:cNvPr>
          <p:cNvCxnSpPr>
            <a:cxnSpLocks/>
          </p:cNvCxnSpPr>
          <p:nvPr/>
        </p:nvCxnSpPr>
        <p:spPr>
          <a:xfrm>
            <a:off x="4181249" y="14179"/>
            <a:ext cx="6618514" cy="9453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ázek 2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17502599-EA82-9277-3F87-8010D2EBC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64" y="27816094"/>
            <a:ext cx="8795759" cy="2886232"/>
          </a:xfrm>
          <a:prstGeom prst="rect">
            <a:avLst/>
          </a:prstGeom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C132EF1E-A91C-6AAF-BC6D-D4D44A3F1C75}"/>
              </a:ext>
            </a:extLst>
          </p:cNvPr>
          <p:cNvSpPr txBox="1"/>
          <p:nvPr/>
        </p:nvSpPr>
        <p:spPr>
          <a:xfrm>
            <a:off x="588269" y="10361745"/>
            <a:ext cx="4773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/>
              <a:t>Obrázek 3: Logo QGIS</a:t>
            </a:r>
          </a:p>
        </p:txBody>
      </p:sp>
    </p:spTree>
    <p:extLst>
      <p:ext uri="{BB962C8B-B14F-4D97-AF65-F5344CB8AC3E}">
        <p14:creationId xmlns:p14="http://schemas.microsoft.com/office/powerpoint/2010/main" val="383256749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 2013–2022">
  <a:themeElements>
    <a:clrScheme name="Motiv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473</TotalTime>
  <Words>67</Words>
  <Application>Microsoft Office PowerPoint</Application>
  <PresentationFormat>Vlastní</PresentationFormat>
  <Paragraphs>6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Motiv Office 2013–2022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Student CZ</dc:creator>
  <cp:lastModifiedBy>Lukáš Zimčík</cp:lastModifiedBy>
  <cp:revision>2</cp:revision>
  <dcterms:created xsi:type="dcterms:W3CDTF">2023-12-07T08:48:23Z</dcterms:created>
  <dcterms:modified xsi:type="dcterms:W3CDTF">2026-01-11T17:19:17Z</dcterms:modified>
</cp:coreProperties>
</file>