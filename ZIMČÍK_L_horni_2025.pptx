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399288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6A11"/>
    <a:srgbClr val="844B00"/>
    <a:srgbClr val="9EE057"/>
    <a:srgbClr val="824C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F5D6B1-55CF-4205-BB2D-9B0B166AB1CA}" v="5" dt="2026-01-05T15:18:34.4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334" y="15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áš Zimčík" userId="2635a9d8db2843b7" providerId="LiveId" clId="{70A7242F-AAC7-4C04-9D92-A233B67140CE}"/>
    <pc:docChg chg="undo redo custSel addSld delSld modSld">
      <pc:chgData name="Lukáš Zimčík" userId="2635a9d8db2843b7" providerId="LiveId" clId="{70A7242F-AAC7-4C04-9D92-A233B67140CE}" dt="2026-01-05T15:18:48.018" v="911" actId="403"/>
      <pc:docMkLst>
        <pc:docMk/>
      </pc:docMkLst>
      <pc:sldChg chg="addSp delSp modSp mod">
        <pc:chgData name="Lukáš Zimčík" userId="2635a9d8db2843b7" providerId="LiveId" clId="{70A7242F-AAC7-4C04-9D92-A233B67140CE}" dt="2026-01-05T15:18:48.018" v="911" actId="403"/>
        <pc:sldMkLst>
          <pc:docMk/>
          <pc:sldMk cId="4041463298" sldId="256"/>
        </pc:sldMkLst>
        <pc:spChg chg="mod">
          <ac:chgData name="Lukáš Zimčík" userId="2635a9d8db2843b7" providerId="LiveId" clId="{70A7242F-AAC7-4C04-9D92-A233B67140CE}" dt="2026-01-05T15:18:43.414" v="909" actId="403"/>
          <ac:spMkLst>
            <pc:docMk/>
            <pc:sldMk cId="4041463298" sldId="256"/>
            <ac:spMk id="2" creationId="{EA3AC3D8-C011-C735-B31C-E57451C3CDA8}"/>
          </ac:spMkLst>
        </pc:spChg>
        <pc:spChg chg="mod">
          <ac:chgData name="Lukáš Zimčík" userId="2635a9d8db2843b7" providerId="LiveId" clId="{70A7242F-AAC7-4C04-9D92-A233B67140CE}" dt="2026-01-05T15:18:48.018" v="911" actId="403"/>
          <ac:spMkLst>
            <pc:docMk/>
            <pc:sldMk cId="4041463298" sldId="256"/>
            <ac:spMk id="3" creationId="{374AAA50-95E9-BD22-7AE3-2F0BD929D834}"/>
          </ac:spMkLst>
        </pc:spChg>
        <pc:spChg chg="mod">
          <ac:chgData name="Lukáš Zimčík" userId="2635a9d8db2843b7" providerId="LiveId" clId="{70A7242F-AAC7-4C04-9D92-A233B67140CE}" dt="2026-01-05T14:33:36.177" v="619"/>
          <ac:spMkLst>
            <pc:docMk/>
            <pc:sldMk cId="4041463298" sldId="256"/>
            <ac:spMk id="5" creationId="{C86ABDCE-7DC4-9066-A41D-823F6124561F}"/>
          </ac:spMkLst>
        </pc:spChg>
        <pc:spChg chg="mod">
          <ac:chgData name="Lukáš Zimčík" userId="2635a9d8db2843b7" providerId="LiveId" clId="{70A7242F-AAC7-4C04-9D92-A233B67140CE}" dt="2026-01-05T14:33:36.177" v="619"/>
          <ac:spMkLst>
            <pc:docMk/>
            <pc:sldMk cId="4041463298" sldId="256"/>
            <ac:spMk id="6" creationId="{E7D0AE97-237D-747E-C20C-EAC6343B35B8}"/>
          </ac:spMkLst>
        </pc:spChg>
        <pc:spChg chg="mod">
          <ac:chgData name="Lukáš Zimčík" userId="2635a9d8db2843b7" providerId="LiveId" clId="{70A7242F-AAC7-4C04-9D92-A233B67140CE}" dt="2026-01-05T14:35:49.398" v="622" actId="1076"/>
          <ac:spMkLst>
            <pc:docMk/>
            <pc:sldMk cId="4041463298" sldId="256"/>
            <ac:spMk id="11" creationId="{9FF48992-D0A0-A11D-A068-F3B96C386330}"/>
          </ac:spMkLst>
        </pc:spChg>
        <pc:spChg chg="mod">
          <ac:chgData name="Lukáš Zimčík" userId="2635a9d8db2843b7" providerId="LiveId" clId="{70A7242F-AAC7-4C04-9D92-A233B67140CE}" dt="2026-01-05T14:42:25.796" v="657"/>
          <ac:spMkLst>
            <pc:docMk/>
            <pc:sldMk cId="4041463298" sldId="256"/>
            <ac:spMk id="13" creationId="{77BA2EA4-B52D-8940-904B-3BE99630ED66}"/>
          </ac:spMkLst>
        </pc:spChg>
        <pc:spChg chg="mod">
          <ac:chgData name="Lukáš Zimčík" userId="2635a9d8db2843b7" providerId="LiveId" clId="{70A7242F-AAC7-4C04-9D92-A233B67140CE}" dt="2026-01-05T15:06:15.887" v="890" actId="1076"/>
          <ac:spMkLst>
            <pc:docMk/>
            <pc:sldMk cId="4041463298" sldId="256"/>
            <ac:spMk id="16" creationId="{145ED635-9D54-23C9-5244-81B5E6DE2BA9}"/>
          </ac:spMkLst>
        </pc:spChg>
        <pc:spChg chg="mod">
          <ac:chgData name="Lukáš Zimčík" userId="2635a9d8db2843b7" providerId="LiveId" clId="{70A7242F-AAC7-4C04-9D92-A233B67140CE}" dt="2026-01-05T15:06:12.446" v="889" actId="1076"/>
          <ac:spMkLst>
            <pc:docMk/>
            <pc:sldMk cId="4041463298" sldId="256"/>
            <ac:spMk id="17" creationId="{0779F1CB-B325-0ECA-DF06-4029FE3304E3}"/>
          </ac:spMkLst>
        </pc:spChg>
        <pc:spChg chg="mod">
          <ac:chgData name="Lukáš Zimčík" userId="2635a9d8db2843b7" providerId="LiveId" clId="{70A7242F-AAC7-4C04-9D92-A233B67140CE}" dt="2026-01-05T14:42:25.796" v="657"/>
          <ac:spMkLst>
            <pc:docMk/>
            <pc:sldMk cId="4041463298" sldId="256"/>
            <ac:spMk id="18" creationId="{668D983B-DAC3-32A7-E1EA-F9CFF6C5F068}"/>
          </ac:spMkLst>
        </pc:spChg>
        <pc:spChg chg="mod">
          <ac:chgData name="Lukáš Zimčík" userId="2635a9d8db2843b7" providerId="LiveId" clId="{70A7242F-AAC7-4C04-9D92-A233B67140CE}" dt="2026-01-05T14:42:45.378" v="659" actId="196"/>
          <ac:spMkLst>
            <pc:docMk/>
            <pc:sldMk cId="4041463298" sldId="256"/>
            <ac:spMk id="19" creationId="{EFA5F473-2691-FFD0-4EA9-743BFB42B6C5}"/>
          </ac:spMkLst>
        </pc:spChg>
        <pc:spChg chg="add mod">
          <ac:chgData name="Lukáš Zimčík" userId="2635a9d8db2843b7" providerId="LiveId" clId="{70A7242F-AAC7-4C04-9D92-A233B67140CE}" dt="2026-01-05T15:18:34.407" v="895" actId="571"/>
          <ac:spMkLst>
            <pc:docMk/>
            <pc:sldMk cId="4041463298" sldId="256"/>
            <ac:spMk id="20" creationId="{5972119D-E5D2-6B13-E238-836275157CBF}"/>
          </ac:spMkLst>
        </pc:spChg>
        <pc:grpChg chg="add mod">
          <ac:chgData name="Lukáš Zimčík" userId="2635a9d8db2843b7" providerId="LiveId" clId="{70A7242F-AAC7-4C04-9D92-A233B67140CE}" dt="2026-01-05T14:41:18.589" v="656" actId="1076"/>
          <ac:grpSpMkLst>
            <pc:docMk/>
            <pc:sldMk cId="4041463298" sldId="256"/>
            <ac:grpSpMk id="4" creationId="{15A77F1B-B1D1-4275-9BB3-D7B8E05839BF}"/>
          </ac:grpSpMkLst>
        </pc:grpChg>
        <pc:grpChg chg="add mod">
          <ac:chgData name="Lukáš Zimčík" userId="2635a9d8db2843b7" providerId="LiveId" clId="{70A7242F-AAC7-4C04-9D92-A233B67140CE}" dt="2026-01-05T15:06:03.724" v="888" actId="1076"/>
          <ac:grpSpMkLst>
            <pc:docMk/>
            <pc:sldMk cId="4041463298" sldId="256"/>
            <ac:grpSpMk id="12" creationId="{9106409B-AC64-04C8-6F46-C8C6E1B8CD30}"/>
          </ac:grpSpMkLst>
        </pc:grpChg>
        <pc:grpChg chg="del mod">
          <ac:chgData name="Lukáš Zimčík" userId="2635a9d8db2843b7" providerId="LiveId" clId="{70A7242F-AAC7-4C04-9D92-A233B67140CE}" dt="2026-01-05T14:33:35.054" v="618" actId="478"/>
          <ac:grpSpMkLst>
            <pc:docMk/>
            <pc:sldMk cId="4041463298" sldId="256"/>
            <ac:grpSpMk id="14" creationId="{68ED422E-C957-2C83-0B88-B96C8012EB48}"/>
          </ac:grpSpMkLst>
        </pc:grpChg>
        <pc:picChg chg="mod">
          <ac:chgData name="Lukáš Zimčík" userId="2635a9d8db2843b7" providerId="LiveId" clId="{70A7242F-AAC7-4C04-9D92-A233B67140CE}" dt="2026-01-05T15:18:29.823" v="893" actId="1076"/>
          <ac:picMkLst>
            <pc:docMk/>
            <pc:sldMk cId="4041463298" sldId="256"/>
            <ac:picMk id="7" creationId="{408EB8AC-87CF-35AB-87BC-F32328BB1E57}"/>
          </ac:picMkLst>
        </pc:picChg>
        <pc:picChg chg="add mod">
          <ac:chgData name="Lukáš Zimčík" userId="2635a9d8db2843b7" providerId="LiveId" clId="{70A7242F-AAC7-4C04-9D92-A233B67140CE}" dt="2026-01-05T15:18:34.407" v="895" actId="571"/>
          <ac:picMkLst>
            <pc:docMk/>
            <pc:sldMk cId="4041463298" sldId="256"/>
            <ac:picMk id="21" creationId="{0967A584-8F91-7A09-AF54-EF8B2620A91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49911" y="1472842"/>
            <a:ext cx="24299466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4726842"/>
            <a:ext cx="24299466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939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4499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6" y="2243636"/>
            <a:ext cx="27944386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6" y="6022609"/>
            <a:ext cx="27944386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3770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2395710"/>
            <a:ext cx="13769697" cy="57101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2395710"/>
            <a:ext cx="13769697" cy="57101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7594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479143"/>
            <a:ext cx="27944386" cy="1739495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2" y="2206137"/>
            <a:ext cx="13706416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2" y="3287331"/>
            <a:ext cx="13706416" cy="483516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0" y="2206137"/>
            <a:ext cx="13773917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0" y="3287331"/>
            <a:ext cx="13773917" cy="4835169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6504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52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160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2" y="599969"/>
            <a:ext cx="10449613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1295767"/>
            <a:ext cx="1640214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2" y="2699862"/>
            <a:ext cx="10449613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1017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2" y="599969"/>
            <a:ext cx="10449613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1295767"/>
            <a:ext cx="1640214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2" y="2699862"/>
            <a:ext cx="10449613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978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83687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1" y="479142"/>
            <a:ext cx="6986096" cy="7626692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1" y="479142"/>
            <a:ext cx="20553298" cy="7626692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0484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479143"/>
            <a:ext cx="27944386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2395710"/>
            <a:ext cx="27944386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8341239"/>
            <a:ext cx="728984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26A7C-8973-4B1C-9C50-FAA7E7DCA21F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8341239"/>
            <a:ext cx="1093476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8341239"/>
            <a:ext cx="728984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D52C6-FEC1-47D5-AEE7-8E18EEBE5F4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03604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3AC3D8-C011-C735-B31C-E57451C3C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3167" y="3263820"/>
            <a:ext cx="20752950" cy="2154222"/>
          </a:xfrm>
        </p:spPr>
        <p:txBody>
          <a:bodyPr>
            <a:normAutofit/>
          </a:bodyPr>
          <a:lstStyle/>
          <a:p>
            <a:r>
              <a:rPr lang="cs-CZ" sz="8800" dirty="0"/>
              <a:t>Vektorizace Hydrantů pro SDH Řevnice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74AAA50-95E9-BD22-7AE3-2F0BD929D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45079" y="5897880"/>
            <a:ext cx="8109126" cy="963665"/>
          </a:xfrm>
        </p:spPr>
        <p:txBody>
          <a:bodyPr>
            <a:normAutofit/>
          </a:bodyPr>
          <a:lstStyle/>
          <a:p>
            <a:r>
              <a:rPr lang="cs-CZ" sz="4800" dirty="0"/>
              <a:t>Lukáš Zimčík</a:t>
            </a:r>
          </a:p>
        </p:txBody>
      </p:sp>
      <p:pic>
        <p:nvPicPr>
          <p:cNvPr id="7" name="Obrázek 6" descr="Obsah obrázku logo, Grafika, symbol, Písmo&#10;&#10;Obsah generovaný pomocí AI může být nesprávný.">
            <a:extLst>
              <a:ext uri="{FF2B5EF4-FFF2-40B4-BE49-F238E27FC236}">
                <a16:creationId xmlns:a16="http://schemas.microsoft.com/office/drawing/2014/main" id="{408EB8AC-87CF-35AB-87BC-F32328BB1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1710" y="-309530"/>
            <a:ext cx="5316092" cy="5316092"/>
          </a:xfrm>
          <a:prstGeom prst="rect">
            <a:avLst/>
          </a:prstGeom>
        </p:spPr>
      </p:pic>
      <p:sp>
        <p:nvSpPr>
          <p:cNvPr id="15" name="Ovál 14">
            <a:extLst>
              <a:ext uri="{FF2B5EF4-FFF2-40B4-BE49-F238E27FC236}">
                <a16:creationId xmlns:a16="http://schemas.microsoft.com/office/drawing/2014/main" id="{680A0DDE-22ED-0836-A733-90EB141A6850}"/>
              </a:ext>
            </a:extLst>
          </p:cNvPr>
          <p:cNvSpPr>
            <a:spLocks noChangeAspect="1"/>
          </p:cNvSpPr>
          <p:nvPr/>
        </p:nvSpPr>
        <p:spPr>
          <a:xfrm>
            <a:off x="8829409" y="157848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Ovál 15">
            <a:extLst>
              <a:ext uri="{FF2B5EF4-FFF2-40B4-BE49-F238E27FC236}">
                <a16:creationId xmlns:a16="http://schemas.microsoft.com/office/drawing/2014/main" id="{145ED635-9D54-23C9-5244-81B5E6DE2BA9}"/>
              </a:ext>
            </a:extLst>
          </p:cNvPr>
          <p:cNvSpPr>
            <a:spLocks noChangeAspect="1"/>
          </p:cNvSpPr>
          <p:nvPr/>
        </p:nvSpPr>
        <p:spPr>
          <a:xfrm>
            <a:off x="19793233" y="5601566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7" name="Ovál 16">
            <a:extLst>
              <a:ext uri="{FF2B5EF4-FFF2-40B4-BE49-F238E27FC236}">
                <a16:creationId xmlns:a16="http://schemas.microsoft.com/office/drawing/2014/main" id="{0779F1CB-B325-0ECA-DF06-4029FE3304E3}"/>
              </a:ext>
            </a:extLst>
          </p:cNvPr>
          <p:cNvSpPr>
            <a:spLocks noChangeAspect="1"/>
          </p:cNvSpPr>
          <p:nvPr/>
        </p:nvSpPr>
        <p:spPr>
          <a:xfrm>
            <a:off x="24676888" y="1433275"/>
            <a:ext cx="3140225" cy="314022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15A77F1B-B1D1-4275-9BB3-D7B8E05839BF}"/>
              </a:ext>
            </a:extLst>
          </p:cNvPr>
          <p:cNvGrpSpPr/>
          <p:nvPr/>
        </p:nvGrpSpPr>
        <p:grpSpPr>
          <a:xfrm rot="-300000">
            <a:off x="-6130800" y="-9338400"/>
            <a:ext cx="12446312" cy="20163600"/>
            <a:chOff x="-7049442" y="-7660435"/>
            <a:chExt cx="12446312" cy="20161750"/>
          </a:xfrm>
        </p:grpSpPr>
        <p:sp>
          <p:nvSpPr>
            <p:cNvPr id="5" name="Obdélník 4">
              <a:extLst>
                <a:ext uri="{FF2B5EF4-FFF2-40B4-BE49-F238E27FC236}">
                  <a16:creationId xmlns:a16="http://schemas.microsoft.com/office/drawing/2014/main" id="{C86ABDCE-7DC4-9066-A41D-823F6124561F}"/>
                </a:ext>
              </a:extLst>
            </p:cNvPr>
            <p:cNvSpPr/>
            <p:nvPr/>
          </p:nvSpPr>
          <p:spPr>
            <a:xfrm rot="7800000">
              <a:off x="-8537539" y="-1433094"/>
              <a:ext cx="20161750" cy="7707068"/>
            </a:xfrm>
            <a:prstGeom prst="rect">
              <a:avLst/>
            </a:prstGeom>
            <a:solidFill>
              <a:srgbClr val="C56A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6" name="Obdélník 5">
              <a:extLst>
                <a:ext uri="{FF2B5EF4-FFF2-40B4-BE49-F238E27FC236}">
                  <a16:creationId xmlns:a16="http://schemas.microsoft.com/office/drawing/2014/main" id="{E7D0AE97-237D-747E-C20C-EAC6343B35B8}"/>
                </a:ext>
              </a:extLst>
            </p:cNvPr>
            <p:cNvSpPr/>
            <p:nvPr/>
          </p:nvSpPr>
          <p:spPr>
            <a:xfrm rot="7800000">
              <a:off x="-8018656" y="-2620165"/>
              <a:ext cx="16263387" cy="7707068"/>
            </a:xfrm>
            <a:prstGeom prst="rect">
              <a:avLst/>
            </a:prstGeom>
            <a:solidFill>
              <a:srgbClr val="9EE0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1" name="Obdélník 10">
              <a:extLst>
                <a:ext uri="{FF2B5EF4-FFF2-40B4-BE49-F238E27FC236}">
                  <a16:creationId xmlns:a16="http://schemas.microsoft.com/office/drawing/2014/main" id="{9FF48992-D0A0-A11D-A068-F3B96C386330}"/>
                </a:ext>
              </a:extLst>
            </p:cNvPr>
            <p:cNvSpPr/>
            <p:nvPr/>
          </p:nvSpPr>
          <p:spPr>
            <a:xfrm rot="7800000">
              <a:off x="-11327602" y="-2168318"/>
              <a:ext cx="16263387" cy="7707068"/>
            </a:xfrm>
            <a:prstGeom prst="rect">
              <a:avLst/>
            </a:prstGeom>
            <a:solidFill>
              <a:srgbClr val="844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</p:grpSp>
      <p:grpSp>
        <p:nvGrpSpPr>
          <p:cNvPr id="12" name="Skupina 11">
            <a:extLst>
              <a:ext uri="{FF2B5EF4-FFF2-40B4-BE49-F238E27FC236}">
                <a16:creationId xmlns:a16="http://schemas.microsoft.com/office/drawing/2014/main" id="{9106409B-AC64-04C8-6F46-C8C6E1B8CD30}"/>
              </a:ext>
            </a:extLst>
          </p:cNvPr>
          <p:cNvGrpSpPr/>
          <p:nvPr/>
        </p:nvGrpSpPr>
        <p:grpSpPr>
          <a:xfrm rot="300000" flipH="1">
            <a:off x="26064000" y="-9338400"/>
            <a:ext cx="12446312" cy="20163600"/>
            <a:chOff x="-7049442" y="-7660435"/>
            <a:chExt cx="12446312" cy="20161750"/>
          </a:xfrm>
        </p:grpSpPr>
        <p:sp>
          <p:nvSpPr>
            <p:cNvPr id="13" name="Obdélník 12">
              <a:extLst>
                <a:ext uri="{FF2B5EF4-FFF2-40B4-BE49-F238E27FC236}">
                  <a16:creationId xmlns:a16="http://schemas.microsoft.com/office/drawing/2014/main" id="{77BA2EA4-B52D-8940-904B-3BE99630ED66}"/>
                </a:ext>
              </a:extLst>
            </p:cNvPr>
            <p:cNvSpPr/>
            <p:nvPr/>
          </p:nvSpPr>
          <p:spPr>
            <a:xfrm rot="7800000">
              <a:off x="-8537539" y="-1433094"/>
              <a:ext cx="20161750" cy="7707068"/>
            </a:xfrm>
            <a:prstGeom prst="rect">
              <a:avLst/>
            </a:prstGeom>
            <a:solidFill>
              <a:srgbClr val="C56A1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8" name="Obdélník 17">
              <a:extLst>
                <a:ext uri="{FF2B5EF4-FFF2-40B4-BE49-F238E27FC236}">
                  <a16:creationId xmlns:a16="http://schemas.microsoft.com/office/drawing/2014/main" id="{668D983B-DAC3-32A7-E1EA-F9CFF6C5F068}"/>
                </a:ext>
              </a:extLst>
            </p:cNvPr>
            <p:cNvSpPr/>
            <p:nvPr/>
          </p:nvSpPr>
          <p:spPr>
            <a:xfrm rot="7800000">
              <a:off x="-8018656" y="-2620165"/>
              <a:ext cx="16263387" cy="7707068"/>
            </a:xfrm>
            <a:prstGeom prst="rect">
              <a:avLst/>
            </a:prstGeom>
            <a:solidFill>
              <a:srgbClr val="9EE0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  <p:sp>
          <p:nvSpPr>
            <p:cNvPr id="19" name="Obdélník 18">
              <a:extLst>
                <a:ext uri="{FF2B5EF4-FFF2-40B4-BE49-F238E27FC236}">
                  <a16:creationId xmlns:a16="http://schemas.microsoft.com/office/drawing/2014/main" id="{EFA5F473-2691-FFD0-4EA9-743BFB42B6C5}"/>
                </a:ext>
              </a:extLst>
            </p:cNvPr>
            <p:cNvSpPr/>
            <p:nvPr/>
          </p:nvSpPr>
          <p:spPr>
            <a:xfrm rot="7800000">
              <a:off x="-11327602" y="-2168318"/>
              <a:ext cx="16263387" cy="7707068"/>
            </a:xfrm>
            <a:prstGeom prst="rect">
              <a:avLst/>
            </a:prstGeom>
            <a:solidFill>
              <a:srgbClr val="844B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</p:grpSp>
    </p:spTree>
    <p:extLst>
      <p:ext uri="{BB962C8B-B14F-4D97-AF65-F5344CB8AC3E}">
        <p14:creationId xmlns:p14="http://schemas.microsoft.com/office/powerpoint/2010/main" val="404146329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398</TotalTime>
  <Words>7</Words>
  <Application>Microsoft Office PowerPoint</Application>
  <PresentationFormat>Vlastní</PresentationFormat>
  <Paragraphs>2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Motiv Office</vt:lpstr>
      <vt:lpstr>Vektorizace Hydrantů pro SDH Řevnice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Zimčík Lukáš</dc:creator>
  <cp:lastModifiedBy>Lukáš Zimčík</cp:lastModifiedBy>
  <cp:revision>1</cp:revision>
  <dcterms:created xsi:type="dcterms:W3CDTF">2025-05-16T08:36:18Z</dcterms:created>
  <dcterms:modified xsi:type="dcterms:W3CDTF">2026-01-05T15:18:52Z</dcterms:modified>
</cp:coreProperties>
</file>