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15995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6A11"/>
    <a:srgbClr val="603700"/>
    <a:srgbClr val="BFBE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6A7DA5-A206-4D43-8DF4-432FC2250D27}" v="18" dt="2026-01-05T15:27:02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1332" y="-23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áš Zimčík" userId="2635a9d8db2843b7" providerId="LiveId" clId="{70A7242F-AAC7-4C04-9D92-A233B67140CE}"/>
    <pc:docChg chg="undo redo custSel modSld sldOrd modMainMaster addSection delSection">
      <pc:chgData name="Lukáš Zimčík" userId="2635a9d8db2843b7" providerId="LiveId" clId="{70A7242F-AAC7-4C04-9D92-A233B67140CE}" dt="2026-01-11T17:12:28.396" v="2142" actId="404"/>
      <pc:docMkLst>
        <pc:docMk/>
      </pc:docMkLst>
      <pc:sldChg chg="addSp delSp modSp mod ord">
        <pc:chgData name="Lukáš Zimčík" userId="2635a9d8db2843b7" providerId="LiveId" clId="{70A7242F-AAC7-4C04-9D92-A233B67140CE}" dt="2026-01-11T17:12:28.396" v="2142" actId="404"/>
        <pc:sldMkLst>
          <pc:docMk/>
          <pc:sldMk cId="3872537292" sldId="256"/>
        </pc:sldMkLst>
        <pc:spChg chg="mod">
          <ac:chgData name="Lukáš Zimčík" userId="2635a9d8db2843b7" providerId="LiveId" clId="{70A7242F-AAC7-4C04-9D92-A233B67140CE}" dt="2026-01-05T15:22:47.261" v="1918" actId="113"/>
          <ac:spMkLst>
            <pc:docMk/>
            <pc:sldMk cId="3872537292" sldId="256"/>
            <ac:spMk id="7" creationId="{873B1708-4B18-91DB-3285-1A3D48FD6005}"/>
          </ac:spMkLst>
        </pc:spChg>
        <pc:spChg chg="mod">
          <ac:chgData name="Lukáš Zimčík" userId="2635a9d8db2843b7" providerId="LiveId" clId="{70A7242F-AAC7-4C04-9D92-A233B67140CE}" dt="2026-01-05T15:22:47.261" v="1918" actId="113"/>
          <ac:spMkLst>
            <pc:docMk/>
            <pc:sldMk cId="3872537292" sldId="256"/>
            <ac:spMk id="33" creationId="{01CCC84C-BCCD-2AC1-F992-135D0A1012FC}"/>
          </ac:spMkLst>
        </pc:spChg>
        <pc:spChg chg="mod">
          <ac:chgData name="Lukáš Zimčík" userId="2635a9d8db2843b7" providerId="LiveId" clId="{70A7242F-AAC7-4C04-9D92-A233B67140CE}" dt="2026-01-11T17:11:12.744" v="2103" actId="207"/>
          <ac:spMkLst>
            <pc:docMk/>
            <pc:sldMk cId="3872537292" sldId="256"/>
            <ac:spMk id="34" creationId="{A117F76A-D148-A15B-E1A0-7C06FCD224C9}"/>
          </ac:spMkLst>
        </pc:spChg>
        <pc:spChg chg="mod">
          <ac:chgData name="Lukáš Zimčík" userId="2635a9d8db2843b7" providerId="LiveId" clId="{70A7242F-AAC7-4C04-9D92-A233B67140CE}" dt="2026-01-11T16:55:41.406" v="2050" actId="20577"/>
          <ac:spMkLst>
            <pc:docMk/>
            <pc:sldMk cId="3872537292" sldId="256"/>
            <ac:spMk id="35" creationId="{EB3A2562-48C2-7ABC-3DA8-1D6A10AF5DDF}"/>
          </ac:spMkLst>
        </pc:spChg>
        <pc:spChg chg="mod">
          <ac:chgData name="Lukáš Zimčík" userId="2635a9d8db2843b7" providerId="LiveId" clId="{70A7242F-AAC7-4C04-9D92-A233B67140CE}" dt="2026-01-05T15:27:30.037" v="2020" actId="1038"/>
          <ac:spMkLst>
            <pc:docMk/>
            <pc:sldMk cId="3872537292" sldId="256"/>
            <ac:spMk id="37" creationId="{31713125-4807-7753-5654-199692E5790D}"/>
          </ac:spMkLst>
        </pc:spChg>
        <pc:spChg chg="add mod topLvl">
          <ac:chgData name="Lukáš Zimčík" userId="2635a9d8db2843b7" providerId="LiveId" clId="{70A7242F-AAC7-4C04-9D92-A233B67140CE}" dt="2026-01-11T17:00:35.680" v="2062" actId="20577"/>
          <ac:spMkLst>
            <pc:docMk/>
            <pc:sldMk cId="3872537292" sldId="256"/>
            <ac:spMk id="38" creationId="{68F2F544-F5B3-10F7-55EB-A0B1F0A40238}"/>
          </ac:spMkLst>
        </pc:spChg>
        <pc:spChg chg="mod topLvl">
          <ac:chgData name="Lukáš Zimčík" userId="2635a9d8db2843b7" providerId="LiveId" clId="{70A7242F-AAC7-4C04-9D92-A233B67140CE}" dt="2026-01-11T17:12:28.396" v="2142" actId="404"/>
          <ac:spMkLst>
            <pc:docMk/>
            <pc:sldMk cId="3872537292" sldId="256"/>
            <ac:spMk id="44" creationId="{938585EC-41CC-345E-0E7C-003599EB9893}"/>
          </ac:spMkLst>
        </pc:spChg>
        <pc:spChg chg="mod topLvl">
          <ac:chgData name="Lukáš Zimčík" userId="2635a9d8db2843b7" providerId="LiveId" clId="{70A7242F-AAC7-4C04-9D92-A233B67140CE}" dt="2026-01-05T15:27:02.036" v="1961" actId="165"/>
          <ac:spMkLst>
            <pc:docMk/>
            <pc:sldMk cId="3872537292" sldId="256"/>
            <ac:spMk id="45" creationId="{0A4C1557-1DA6-F5D5-D1BE-42E6CFF1CE94}"/>
          </ac:spMkLst>
        </pc:spChg>
        <pc:spChg chg="mod">
          <ac:chgData name="Lukáš Zimčík" userId="2635a9d8db2843b7" providerId="LiveId" clId="{70A7242F-AAC7-4C04-9D92-A233B67140CE}" dt="2026-01-05T15:22:47.261" v="1918" actId="113"/>
          <ac:spMkLst>
            <pc:docMk/>
            <pc:sldMk cId="3872537292" sldId="256"/>
            <ac:spMk id="46" creationId="{B44005F4-DF74-76CB-B73E-720906DF4B33}"/>
          </ac:spMkLst>
        </pc:spChg>
        <pc:picChg chg="mod topLvl">
          <ac:chgData name="Lukáš Zimčík" userId="2635a9d8db2843b7" providerId="LiveId" clId="{70A7242F-AAC7-4C04-9D92-A233B67140CE}" dt="2026-01-05T15:27:02.036" v="1961" actId="165"/>
          <ac:picMkLst>
            <pc:docMk/>
            <pc:sldMk cId="3872537292" sldId="256"/>
            <ac:picMk id="41" creationId="{B11A4028-6BCD-7B8D-0F57-7A35A617D2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7070108"/>
            <a:ext cx="18359596" cy="1504022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22690338"/>
            <a:ext cx="16199644" cy="10430151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798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701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10770172"/>
            <a:ext cx="18629590" cy="17970262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8910440"/>
            <a:ext cx="18629590" cy="9450136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18534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1500170"/>
            <a:ext cx="9179798" cy="2741040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1500170"/>
            <a:ext cx="9179798" cy="2741040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889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300044"/>
            <a:ext cx="18629590" cy="8350126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10590160"/>
            <a:ext cx="9137610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5780233"/>
            <a:ext cx="9137610" cy="2321034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10590160"/>
            <a:ext cx="9182611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5780233"/>
            <a:ext cx="9182611" cy="2321034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381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570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760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880042"/>
            <a:ext cx="6966409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6220102"/>
            <a:ext cx="10934760" cy="30700453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2960191"/>
            <a:ext cx="6966409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210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880042"/>
            <a:ext cx="6966409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6220102"/>
            <a:ext cx="10934760" cy="30700453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2960191"/>
            <a:ext cx="6966409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785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465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2300034"/>
            <a:ext cx="4657398" cy="366105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2300034"/>
            <a:ext cx="13702199" cy="366105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47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2300044"/>
            <a:ext cx="18629590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1500170"/>
            <a:ext cx="18629590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40040601"/>
            <a:ext cx="485989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8BFD9-977A-48FB-ACED-E7D43CEF3A1B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40040601"/>
            <a:ext cx="485989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AC6E1-B9A3-402B-AB5F-95FF1748838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5968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ál 24">
            <a:extLst>
              <a:ext uri="{FF2B5EF4-FFF2-40B4-BE49-F238E27FC236}">
                <a16:creationId xmlns:a16="http://schemas.microsoft.com/office/drawing/2014/main" id="{B1243FB2-7BE7-402F-16D2-96964B3DFCB7}"/>
              </a:ext>
            </a:extLst>
          </p:cNvPr>
          <p:cNvSpPr>
            <a:spLocks noChangeAspect="1"/>
          </p:cNvSpPr>
          <p:nvPr/>
        </p:nvSpPr>
        <p:spPr>
          <a:xfrm>
            <a:off x="5455747" y="21071101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73B1708-4B18-91DB-3285-1A3D48FD6005}"/>
              </a:ext>
            </a:extLst>
          </p:cNvPr>
          <p:cNvSpPr txBox="1"/>
          <p:nvPr/>
        </p:nvSpPr>
        <p:spPr>
          <a:xfrm>
            <a:off x="8562127" y="17006785"/>
            <a:ext cx="4985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0" b="1" dirty="0">
                <a:solidFill>
                  <a:srgbClr val="603700"/>
                </a:solidFill>
                <a:latin typeface="+mj-lt"/>
              </a:rPr>
              <a:t>Původní mapa</a:t>
            </a:r>
          </a:p>
        </p:txBody>
      </p: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F43383CE-318B-0F66-FA50-231FA4C0CC3C}"/>
              </a:ext>
            </a:extLst>
          </p:cNvPr>
          <p:cNvGrpSpPr/>
          <p:nvPr/>
        </p:nvGrpSpPr>
        <p:grpSpPr>
          <a:xfrm rot="13800000">
            <a:off x="5602327" y="27272529"/>
            <a:ext cx="11952770" cy="31478145"/>
            <a:chOff x="-10192918" y="-8984203"/>
            <a:chExt cx="11952770" cy="31478145"/>
          </a:xfrm>
        </p:grpSpPr>
        <p:sp>
          <p:nvSpPr>
            <p:cNvPr id="17" name="Obdélník 16">
              <a:extLst>
                <a:ext uri="{FF2B5EF4-FFF2-40B4-BE49-F238E27FC236}">
                  <a16:creationId xmlns:a16="http://schemas.microsoft.com/office/drawing/2014/main" id="{E83F2F6C-DB4F-6A80-F754-0F4DFDD7B671}"/>
                </a:ext>
              </a:extLst>
            </p:cNvPr>
            <p:cNvSpPr/>
            <p:nvPr/>
          </p:nvSpPr>
          <p:spPr>
            <a:xfrm rot="7800000">
              <a:off x="-17832755" y="2901336"/>
              <a:ext cx="31478145" cy="7707068"/>
            </a:xfrm>
            <a:prstGeom prst="rect">
              <a:avLst/>
            </a:prstGeom>
            <a:solidFill>
              <a:srgbClr val="C56A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8" name="Obdélník 17">
              <a:extLst>
                <a:ext uri="{FF2B5EF4-FFF2-40B4-BE49-F238E27FC236}">
                  <a16:creationId xmlns:a16="http://schemas.microsoft.com/office/drawing/2014/main" id="{3A7BAFAA-1C87-F2FD-2905-B0E0A45A5E7B}"/>
                </a:ext>
              </a:extLst>
            </p:cNvPr>
            <p:cNvSpPr/>
            <p:nvPr/>
          </p:nvSpPr>
          <p:spPr>
            <a:xfrm rot="7800000">
              <a:off x="-16474603" y="1322908"/>
              <a:ext cx="26558019" cy="7707068"/>
            </a:xfrm>
            <a:prstGeom prst="rect">
              <a:avLst/>
            </a:prstGeom>
            <a:solidFill>
              <a:srgbClr val="9EE0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>
              <a:extLst>
                <a:ext uri="{FF2B5EF4-FFF2-40B4-BE49-F238E27FC236}">
                  <a16:creationId xmlns:a16="http://schemas.microsoft.com/office/drawing/2014/main" id="{EC4673F1-3DA3-D61F-B338-3A263E832644}"/>
                </a:ext>
              </a:extLst>
            </p:cNvPr>
            <p:cNvSpPr/>
            <p:nvPr/>
          </p:nvSpPr>
          <p:spPr>
            <a:xfrm rot="7800000">
              <a:off x="-19361457" y="1577929"/>
              <a:ext cx="26044146" cy="7707068"/>
            </a:xfrm>
            <a:prstGeom prst="rect">
              <a:avLst/>
            </a:prstGeom>
            <a:solidFill>
              <a:srgbClr val="844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sp>
        <p:nvSpPr>
          <p:cNvPr id="21" name="Ovál 20">
            <a:extLst>
              <a:ext uri="{FF2B5EF4-FFF2-40B4-BE49-F238E27FC236}">
                <a16:creationId xmlns:a16="http://schemas.microsoft.com/office/drawing/2014/main" id="{FCCE8AE3-850A-F47A-97B9-0B996AEAB05B}"/>
              </a:ext>
            </a:extLst>
          </p:cNvPr>
          <p:cNvSpPr>
            <a:spLocks noChangeAspect="1"/>
          </p:cNvSpPr>
          <p:nvPr/>
        </p:nvSpPr>
        <p:spPr>
          <a:xfrm>
            <a:off x="4546486" y="4855960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8" name="Ovál 27">
            <a:extLst>
              <a:ext uri="{FF2B5EF4-FFF2-40B4-BE49-F238E27FC236}">
                <a16:creationId xmlns:a16="http://schemas.microsoft.com/office/drawing/2014/main" id="{EBDE1019-FA53-F6E1-06A1-AD026D30F647}"/>
              </a:ext>
            </a:extLst>
          </p:cNvPr>
          <p:cNvSpPr>
            <a:spLocks noChangeAspect="1"/>
          </p:cNvSpPr>
          <p:nvPr/>
        </p:nvSpPr>
        <p:spPr>
          <a:xfrm>
            <a:off x="10958173" y="32463611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3" name="TextovéPole 32">
            <a:extLst>
              <a:ext uri="{FF2B5EF4-FFF2-40B4-BE49-F238E27FC236}">
                <a16:creationId xmlns:a16="http://schemas.microsoft.com/office/drawing/2014/main" id="{01CCC84C-BCCD-2AC1-F992-135D0A1012FC}"/>
              </a:ext>
            </a:extLst>
          </p:cNvPr>
          <p:cNvSpPr txBox="1"/>
          <p:nvPr/>
        </p:nvSpPr>
        <p:spPr>
          <a:xfrm>
            <a:off x="5524365" y="1584795"/>
            <a:ext cx="10550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0" b="1" dirty="0" err="1">
                <a:solidFill>
                  <a:srgbClr val="603700"/>
                </a:solidFill>
                <a:latin typeface="+mj-lt"/>
              </a:rPr>
              <a:t>Vektorizovaná</a:t>
            </a:r>
            <a:r>
              <a:rPr lang="cs-CZ" sz="6000" b="1" dirty="0">
                <a:solidFill>
                  <a:srgbClr val="603700"/>
                </a:solidFill>
                <a:latin typeface="+mj-lt"/>
              </a:rPr>
              <a:t> mapa</a:t>
            </a:r>
          </a:p>
        </p:txBody>
      </p:sp>
      <p:sp>
        <p:nvSpPr>
          <p:cNvPr id="34" name="Obdélník 33">
            <a:extLst>
              <a:ext uri="{FF2B5EF4-FFF2-40B4-BE49-F238E27FC236}">
                <a16:creationId xmlns:a16="http://schemas.microsoft.com/office/drawing/2014/main" id="{A117F76A-D148-A15B-E1A0-7C06FCD224C9}"/>
              </a:ext>
            </a:extLst>
          </p:cNvPr>
          <p:cNvSpPr/>
          <p:nvPr/>
        </p:nvSpPr>
        <p:spPr>
          <a:xfrm>
            <a:off x="1005899" y="3599390"/>
            <a:ext cx="20092878" cy="12828469"/>
          </a:xfrm>
          <a:prstGeom prst="rect">
            <a:avLst/>
          </a:prstGeom>
          <a:solidFill>
            <a:srgbClr val="C56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cs-CZ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Obrázek 1: </a:t>
            </a:r>
            <a:r>
              <a:rPr lang="cs-CZ" sz="3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Vektorizovaná</a:t>
            </a:r>
            <a:r>
              <a:rPr lang="cs-CZ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mapa</a:t>
            </a:r>
          </a:p>
        </p:txBody>
      </p:sp>
      <p:sp>
        <p:nvSpPr>
          <p:cNvPr id="35" name="Obdélník 34">
            <a:extLst>
              <a:ext uri="{FF2B5EF4-FFF2-40B4-BE49-F238E27FC236}">
                <a16:creationId xmlns:a16="http://schemas.microsoft.com/office/drawing/2014/main" id="{EB3A2562-48C2-7ABC-3DA8-1D6A10AF5DDF}"/>
              </a:ext>
            </a:extLst>
          </p:cNvPr>
          <p:cNvSpPr/>
          <p:nvPr/>
        </p:nvSpPr>
        <p:spPr>
          <a:xfrm>
            <a:off x="1008642" y="2875934"/>
            <a:ext cx="20092878" cy="12828469"/>
          </a:xfrm>
          <a:prstGeom prst="rect">
            <a:avLst/>
          </a:prstGeom>
          <a:solidFill>
            <a:srgbClr val="9EE0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4800" dirty="0">
                <a:solidFill>
                  <a:srgbClr val="603700"/>
                </a:solidFill>
              </a:rPr>
              <a:t> </a:t>
            </a:r>
          </a:p>
        </p:txBody>
      </p:sp>
      <p:pic>
        <p:nvPicPr>
          <p:cNvPr id="32" name="Obrázek 31" descr="Obsah obrázku mapa, Letecké snímkování, Pohled z ptačí perspektivy, ve vzduchu&#10;&#10;Obsah generovaný pomocí AI může být nesprávný.">
            <a:extLst>
              <a:ext uri="{FF2B5EF4-FFF2-40B4-BE49-F238E27FC236}">
                <a16:creationId xmlns:a16="http://schemas.microsoft.com/office/drawing/2014/main" id="{189D50F2-63E4-9A91-3AB4-1F25A1E9B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873" y="3481311"/>
            <a:ext cx="17976417" cy="11426650"/>
          </a:xfrm>
          <a:prstGeom prst="rect">
            <a:avLst/>
          </a:prstGeom>
        </p:spPr>
      </p:pic>
      <p:sp>
        <p:nvSpPr>
          <p:cNvPr id="37" name="Obdélník 36">
            <a:extLst>
              <a:ext uri="{FF2B5EF4-FFF2-40B4-BE49-F238E27FC236}">
                <a16:creationId xmlns:a16="http://schemas.microsoft.com/office/drawing/2014/main" id="{31713125-4807-7753-5654-199692E5790D}"/>
              </a:ext>
            </a:extLst>
          </p:cNvPr>
          <p:cNvSpPr/>
          <p:nvPr/>
        </p:nvSpPr>
        <p:spPr>
          <a:xfrm>
            <a:off x="1117711" y="30972878"/>
            <a:ext cx="19620980" cy="6038692"/>
          </a:xfrm>
          <a:prstGeom prst="rect">
            <a:avLst/>
          </a:prstGeom>
          <a:solidFill>
            <a:srgbClr val="C56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4800" dirty="0">
              <a:solidFill>
                <a:srgbClr val="603700"/>
              </a:solidFill>
            </a:endParaRPr>
          </a:p>
        </p:txBody>
      </p:sp>
      <p:sp>
        <p:nvSpPr>
          <p:cNvPr id="38" name="Obdélník 37">
            <a:extLst>
              <a:ext uri="{FF2B5EF4-FFF2-40B4-BE49-F238E27FC236}">
                <a16:creationId xmlns:a16="http://schemas.microsoft.com/office/drawing/2014/main" id="{68F2F544-F5B3-10F7-55EB-A0B1F0A40238}"/>
              </a:ext>
            </a:extLst>
          </p:cNvPr>
          <p:cNvSpPr/>
          <p:nvPr/>
        </p:nvSpPr>
        <p:spPr>
          <a:xfrm>
            <a:off x="1072685" y="30266640"/>
            <a:ext cx="19683718" cy="6038692"/>
          </a:xfrm>
          <a:prstGeom prst="rect">
            <a:avLst/>
          </a:prstGeom>
          <a:solidFill>
            <a:srgbClr val="9EE0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rIns="90000" rtlCol="0" anchor="ctr"/>
          <a:lstStyle/>
          <a:p>
            <a:pPr algn="ctr"/>
            <a:r>
              <a:rPr lang="cs-CZ" sz="4400" dirty="0">
                <a:solidFill>
                  <a:srgbClr val="603700"/>
                </a:solidFill>
              </a:rPr>
              <a:t>V práci se mi povedlo </a:t>
            </a:r>
            <a:r>
              <a:rPr lang="cs-CZ" sz="4400" dirty="0" err="1">
                <a:solidFill>
                  <a:srgbClr val="603700"/>
                </a:solidFill>
              </a:rPr>
              <a:t>vektorizovat</a:t>
            </a:r>
            <a:r>
              <a:rPr lang="cs-CZ" sz="4400" dirty="0">
                <a:solidFill>
                  <a:srgbClr val="603700"/>
                </a:solidFill>
              </a:rPr>
              <a:t> starou mapu se všemi 14 hydranty. Úspěšně jsem barevně rozlišil hydranty s malým tlakem, normální  funkční hydranty a primární hydrant. Také jsem vyplnil atributovou tabulku podle informací od odborných konzultantů a</a:t>
            </a:r>
            <a:r>
              <a:rPr lang="cs-CZ" dirty="0"/>
              <a:t> </a:t>
            </a:r>
            <a:r>
              <a:rPr lang="cs-CZ" sz="4400" dirty="0">
                <a:solidFill>
                  <a:srgbClr val="603700"/>
                </a:solidFill>
              </a:rPr>
              <a:t>k</a:t>
            </a:r>
            <a:r>
              <a:rPr lang="cs-CZ" dirty="0"/>
              <a:t> </a:t>
            </a:r>
            <a:r>
              <a:rPr lang="cs-CZ" sz="4400" dirty="0">
                <a:solidFill>
                  <a:srgbClr val="603700"/>
                </a:solidFill>
              </a:rPr>
              <a:t>některým hydrantům přidal jejich fotografie.</a:t>
            </a:r>
          </a:p>
        </p:txBody>
      </p:sp>
      <p:sp>
        <p:nvSpPr>
          <p:cNvPr id="44" name="Obdélník 43">
            <a:extLst>
              <a:ext uri="{FF2B5EF4-FFF2-40B4-BE49-F238E27FC236}">
                <a16:creationId xmlns:a16="http://schemas.microsoft.com/office/drawing/2014/main" id="{938585EC-41CC-345E-0E7C-003599EB9893}"/>
              </a:ext>
            </a:extLst>
          </p:cNvPr>
          <p:cNvSpPr/>
          <p:nvPr/>
        </p:nvSpPr>
        <p:spPr>
          <a:xfrm>
            <a:off x="3972918" y="18913021"/>
            <a:ext cx="14321504" cy="9903559"/>
          </a:xfrm>
          <a:prstGeom prst="rect">
            <a:avLst/>
          </a:prstGeom>
          <a:solidFill>
            <a:srgbClr val="C56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cs-CZ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Obrázek 2: Původní mapa</a:t>
            </a:r>
          </a:p>
        </p:txBody>
      </p:sp>
      <p:sp>
        <p:nvSpPr>
          <p:cNvPr id="45" name="Obdélník 44">
            <a:extLst>
              <a:ext uri="{FF2B5EF4-FFF2-40B4-BE49-F238E27FC236}">
                <a16:creationId xmlns:a16="http://schemas.microsoft.com/office/drawing/2014/main" id="{0A4C1557-1DA6-F5D5-D1BE-42E6CFF1CE94}"/>
              </a:ext>
            </a:extLst>
          </p:cNvPr>
          <p:cNvSpPr/>
          <p:nvPr/>
        </p:nvSpPr>
        <p:spPr>
          <a:xfrm>
            <a:off x="3960421" y="18189565"/>
            <a:ext cx="14321504" cy="9903559"/>
          </a:xfrm>
          <a:prstGeom prst="rect">
            <a:avLst/>
          </a:prstGeom>
          <a:solidFill>
            <a:srgbClr val="9EE0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4800" dirty="0">
              <a:solidFill>
                <a:srgbClr val="603700"/>
              </a:solidFill>
            </a:endParaRPr>
          </a:p>
        </p:txBody>
      </p:sp>
      <p:pic>
        <p:nvPicPr>
          <p:cNvPr id="41" name="Obrázek 40" descr="Obsah obrázku text, kresba, skica, mapa&#10;&#10;Obsah generovaný pomocí AI může být nesprávný.">
            <a:extLst>
              <a:ext uri="{FF2B5EF4-FFF2-40B4-BE49-F238E27FC236}">
                <a16:creationId xmlns:a16="http://schemas.microsoft.com/office/drawing/2014/main" id="{B11A4028-6BCD-7B8D-0F57-7A35A617D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3" r="4856" b="5303"/>
          <a:stretch>
            <a:fillRect/>
          </a:stretch>
        </p:blipFill>
        <p:spPr>
          <a:xfrm>
            <a:off x="4361880" y="18617892"/>
            <a:ext cx="13164173" cy="8890399"/>
          </a:xfrm>
          <a:prstGeom prst="rect">
            <a:avLst/>
          </a:prstGeom>
        </p:spPr>
      </p:pic>
      <p:sp>
        <p:nvSpPr>
          <p:cNvPr id="46" name="TextovéPole 45">
            <a:extLst>
              <a:ext uri="{FF2B5EF4-FFF2-40B4-BE49-F238E27FC236}">
                <a16:creationId xmlns:a16="http://schemas.microsoft.com/office/drawing/2014/main" id="{B44005F4-DF74-76CB-B73E-720906DF4B33}"/>
              </a:ext>
            </a:extLst>
          </p:cNvPr>
          <p:cNvSpPr txBox="1"/>
          <p:nvPr/>
        </p:nvSpPr>
        <p:spPr>
          <a:xfrm>
            <a:off x="9137361" y="29250977"/>
            <a:ext cx="25497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0" b="1" dirty="0">
                <a:solidFill>
                  <a:srgbClr val="603700"/>
                </a:solidFill>
                <a:latin typeface="+mj-lt"/>
              </a:rPr>
              <a:t>Závěr</a:t>
            </a:r>
          </a:p>
        </p:txBody>
      </p:sp>
      <p:sp>
        <p:nvSpPr>
          <p:cNvPr id="29" name="Ovál 28">
            <a:extLst>
              <a:ext uri="{FF2B5EF4-FFF2-40B4-BE49-F238E27FC236}">
                <a16:creationId xmlns:a16="http://schemas.microsoft.com/office/drawing/2014/main" id="{DF23AB13-B0BC-6D43-4006-F8A6D53BC00D}"/>
              </a:ext>
            </a:extLst>
          </p:cNvPr>
          <p:cNvSpPr>
            <a:spLocks noChangeAspect="1"/>
          </p:cNvSpPr>
          <p:nvPr/>
        </p:nvSpPr>
        <p:spPr>
          <a:xfrm>
            <a:off x="7583448" y="200949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vál 19">
            <a:extLst>
              <a:ext uri="{FF2B5EF4-FFF2-40B4-BE49-F238E27FC236}">
                <a16:creationId xmlns:a16="http://schemas.microsoft.com/office/drawing/2014/main" id="{4775D6AE-58EF-E513-A99A-860AFCFDB408}"/>
              </a:ext>
            </a:extLst>
          </p:cNvPr>
          <p:cNvSpPr>
            <a:spLocks noChangeAspect="1"/>
          </p:cNvSpPr>
          <p:nvPr/>
        </p:nvSpPr>
        <p:spPr>
          <a:xfrm>
            <a:off x="18116102" y="1713894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8" name="Ovál 47">
            <a:extLst>
              <a:ext uri="{FF2B5EF4-FFF2-40B4-BE49-F238E27FC236}">
                <a16:creationId xmlns:a16="http://schemas.microsoft.com/office/drawing/2014/main" id="{42F77EBB-5A28-4410-A001-A0105C7206DB}"/>
              </a:ext>
            </a:extLst>
          </p:cNvPr>
          <p:cNvSpPr>
            <a:spLocks noChangeAspect="1"/>
          </p:cNvSpPr>
          <p:nvPr/>
        </p:nvSpPr>
        <p:spPr>
          <a:xfrm>
            <a:off x="853837" y="13210760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9" name="Ovál 48">
            <a:extLst>
              <a:ext uri="{FF2B5EF4-FFF2-40B4-BE49-F238E27FC236}">
                <a16:creationId xmlns:a16="http://schemas.microsoft.com/office/drawing/2014/main" id="{BD912B38-4CB2-52DC-16DD-6B5571D0EAF2}"/>
              </a:ext>
            </a:extLst>
          </p:cNvPr>
          <p:cNvSpPr>
            <a:spLocks noChangeAspect="1"/>
          </p:cNvSpPr>
          <p:nvPr/>
        </p:nvSpPr>
        <p:spPr>
          <a:xfrm>
            <a:off x="17388911" y="16766669"/>
            <a:ext cx="2891246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6" name="Ovál 25">
            <a:extLst>
              <a:ext uri="{FF2B5EF4-FFF2-40B4-BE49-F238E27FC236}">
                <a16:creationId xmlns:a16="http://schemas.microsoft.com/office/drawing/2014/main" id="{9FA2134C-E589-1E7E-0A45-D4D49AB21AE0}"/>
              </a:ext>
            </a:extLst>
          </p:cNvPr>
          <p:cNvSpPr>
            <a:spLocks noChangeAspect="1"/>
          </p:cNvSpPr>
          <p:nvPr/>
        </p:nvSpPr>
        <p:spPr>
          <a:xfrm>
            <a:off x="15041824" y="26044107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7" name="Ovál 26">
            <a:extLst>
              <a:ext uri="{FF2B5EF4-FFF2-40B4-BE49-F238E27FC236}">
                <a16:creationId xmlns:a16="http://schemas.microsoft.com/office/drawing/2014/main" id="{7C6B3712-A8DE-3EAB-E4DC-36F6D96F28EA}"/>
              </a:ext>
            </a:extLst>
          </p:cNvPr>
          <p:cNvSpPr>
            <a:spLocks noChangeAspect="1"/>
          </p:cNvSpPr>
          <p:nvPr/>
        </p:nvSpPr>
        <p:spPr>
          <a:xfrm>
            <a:off x="17264423" y="34488645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0" name="Ovál 49">
            <a:extLst>
              <a:ext uri="{FF2B5EF4-FFF2-40B4-BE49-F238E27FC236}">
                <a16:creationId xmlns:a16="http://schemas.microsoft.com/office/drawing/2014/main" id="{596CFED6-166F-45C5-DBE5-885A608BB56E}"/>
              </a:ext>
            </a:extLst>
          </p:cNvPr>
          <p:cNvSpPr>
            <a:spLocks noChangeAspect="1"/>
          </p:cNvSpPr>
          <p:nvPr/>
        </p:nvSpPr>
        <p:spPr>
          <a:xfrm>
            <a:off x="3569877" y="28625813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253729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 2013–2022">
  <a:themeElements>
    <a:clrScheme name="Motiv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417</TotalTime>
  <Words>63</Words>
  <Application>Microsoft Office PowerPoint</Application>
  <PresentationFormat>Vlastní</PresentationFormat>
  <Paragraphs>7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Motiv Office 2013–2022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Student CZ</dc:creator>
  <cp:lastModifiedBy>Lukáš Zimčík</cp:lastModifiedBy>
  <cp:revision>2</cp:revision>
  <dcterms:created xsi:type="dcterms:W3CDTF">2023-12-07T08:49:37Z</dcterms:created>
  <dcterms:modified xsi:type="dcterms:W3CDTF">2026-01-11T17:12:30Z</dcterms:modified>
</cp:coreProperties>
</file>